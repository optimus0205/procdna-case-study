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720" r:id="rId5"/>
  </p:sldMasterIdLst>
  <p:notesMasterIdLst>
    <p:notesMasterId r:id="rId19"/>
  </p:notesMasterIdLst>
  <p:handoutMasterIdLst>
    <p:handoutMasterId r:id="rId20"/>
  </p:handoutMasterIdLst>
  <p:sldIdLst>
    <p:sldId id="267" r:id="rId6"/>
    <p:sldId id="2147483631" r:id="rId7"/>
    <p:sldId id="2147483630" r:id="rId8"/>
    <p:sldId id="258" r:id="rId9"/>
    <p:sldId id="2147483620" r:id="rId10"/>
    <p:sldId id="2147483618" r:id="rId11"/>
    <p:sldId id="2147483619" r:id="rId12"/>
    <p:sldId id="2147483607" r:id="rId13"/>
    <p:sldId id="2147483622" r:id="rId14"/>
    <p:sldId id="2147483629" r:id="rId15"/>
    <p:sldId id="2147483623" r:id="rId16"/>
    <p:sldId id="2147483632" r:id="rId17"/>
    <p:sldId id="266" r:id="rId18"/>
  </p:sldIdLst>
  <p:sldSz cx="12192000" cy="6858000"/>
  <p:notesSz cx="7315200" cy="9601200"/>
  <p:embeddedFontLst>
    <p:embeddedFont>
      <p:font typeface="Montserrat" panose="00000500000000000000" pitchFamily="2"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DFF3C2E-1383-FA29-CB60-EB9CAFFE5AC9}" name="Yashveer Nain" initials="YN" userId="S::yashveer.nain@procdna.com::aaf188d9-01fa-4f85-b40e-db3b59cfcaa2" providerId="AD"/>
  <p188:author id="{E60BBF5F-C17E-BF44-D144-02CBA2BB804A}" name="Bhavya Nanda" initials="BN" userId="S::bhavya.nanda@procdna.com::0d270349-628e-4888-953f-97d53dd2cfb9" providerId="AD"/>
  <p188:author id="{A929D265-268E-930F-9FDD-19A3255A294B}" name="Kushagr Bansal" initials="KB" userId="S::kushagr.bansal@procdna.com::28430914-4b97-4350-a909-b31d024fc824" providerId="AD"/>
  <p188:author id="{DECD346A-71A1-6F06-E9AA-DD33A05A194A}" name="Harsh Jha" initials="HJ" userId="S::harsh.jha@procdna.com::37e60ba1-8919-47e8-bdfd-d8abaff8d2c5" providerId="AD"/>
  <p188:author id="{E0F87E7A-134C-0871-D7C0-6159839BE5FE}" name="Harpreet Singh" initials="HS" userId="Harpreet Singh" providerId="None"/>
  <p188:author id="{82E53088-F83C-B40A-B9B4-9FB607F01AF6}" name="Shantanu Dusane" initials="SD" userId="S::shantanu.dusane@procdna.com::4b35fe7c-d046-4f86-9ead-7183b184e00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ish Agrawal" initials="AA" lastIdx="5" clrIdx="0">
    <p:extLst>
      <p:ext uri="{19B8F6BF-5375-455C-9EA6-DF929625EA0E}">
        <p15:presenceInfo xmlns:p15="http://schemas.microsoft.com/office/powerpoint/2012/main" userId="Ashish Agrawal" providerId="None"/>
      </p:ext>
    </p:extLst>
  </p:cmAuthor>
  <p:cmAuthor id="2" name="Harpreet Singh" initials="HS" lastIdx="2" clrIdx="1">
    <p:extLst>
      <p:ext uri="{19B8F6BF-5375-455C-9EA6-DF929625EA0E}">
        <p15:presenceInfo xmlns:p15="http://schemas.microsoft.com/office/powerpoint/2012/main" userId="Harpreet Sing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ECC"/>
    <a:srgbClr val="D6454A"/>
    <a:srgbClr val="001E96"/>
    <a:srgbClr val="252027"/>
    <a:srgbClr val="535353"/>
    <a:srgbClr val="57C785"/>
    <a:srgbClr val="A6A6A6"/>
    <a:srgbClr val="96CBFF"/>
    <a:srgbClr val="008CE3"/>
    <a:srgbClr val="005C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67EB2-DB74-4240-A17C-A3FF4091D72B}" v="36" dt="2026-05-28T18:54:17.742"/>
    <p1510:client id="{47781429-AEA8-4799-8D1A-8C32B544FADD}" v="48" dt="2026-05-28T12:34:34.484"/>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4.fntdata"/><Relationship Id="rId32"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2.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hagr Bansal" userId="28430914-4b97-4350-a909-b31d024fc824" providerId="ADAL" clId="{288C4716-5041-42AE-BE5D-B7B91ED15651}"/>
    <pc:docChg chg="undo custSel addSld delSld modSld sldOrd">
      <pc:chgData name="Kushagr Bansal" userId="28430914-4b97-4350-a909-b31d024fc824" providerId="ADAL" clId="{288C4716-5041-42AE-BE5D-B7B91ED15651}" dt="2026-05-29T07:02:23.320" v="113" actId="20577"/>
      <pc:docMkLst>
        <pc:docMk/>
      </pc:docMkLst>
      <pc:sldChg chg="modSp add mod">
        <pc:chgData name="Kushagr Bansal" userId="28430914-4b97-4350-a909-b31d024fc824" providerId="ADAL" clId="{288C4716-5041-42AE-BE5D-B7B91ED15651}" dt="2026-05-28T12:34:52.573" v="80" actId="6549"/>
        <pc:sldMkLst>
          <pc:docMk/>
          <pc:sldMk cId="2275061421" sldId="258"/>
        </pc:sldMkLst>
        <pc:graphicFrameChg chg="modGraphic">
          <ac:chgData name="Kushagr Bansal" userId="28430914-4b97-4350-a909-b31d024fc824" providerId="ADAL" clId="{288C4716-5041-42AE-BE5D-B7B91ED15651}" dt="2026-05-28T12:34:46.883" v="79" actId="6549"/>
          <ac:graphicFrameMkLst>
            <pc:docMk/>
            <pc:sldMk cId="2275061421" sldId="258"/>
            <ac:graphicFrameMk id="19" creationId="{A29A969A-2A8B-E5DD-532B-10A347521452}"/>
          </ac:graphicFrameMkLst>
        </pc:graphicFrameChg>
        <pc:graphicFrameChg chg="modGraphic">
          <ac:chgData name="Kushagr Bansal" userId="28430914-4b97-4350-a909-b31d024fc824" providerId="ADAL" clId="{288C4716-5041-42AE-BE5D-B7B91ED15651}" dt="2026-05-28T12:34:52.573" v="80" actId="6549"/>
          <ac:graphicFrameMkLst>
            <pc:docMk/>
            <pc:sldMk cId="2275061421" sldId="258"/>
            <ac:graphicFrameMk id="20" creationId="{F031F45C-AF46-495C-99D9-89CBD15D7739}"/>
          </ac:graphicFrameMkLst>
        </pc:graphicFrameChg>
      </pc:sldChg>
      <pc:sldChg chg="modSp add del mod modNotesTx">
        <pc:chgData name="Kushagr Bansal" userId="28430914-4b97-4350-a909-b31d024fc824" providerId="ADAL" clId="{288C4716-5041-42AE-BE5D-B7B91ED15651}" dt="2026-05-28T12:56:15.252" v="106" actId="20577"/>
        <pc:sldMkLst>
          <pc:docMk/>
          <pc:sldMk cId="2120740283" sldId="2147483607"/>
        </pc:sldMkLst>
        <pc:graphicFrameChg chg="modGraphic">
          <ac:chgData name="Kushagr Bansal" userId="28430914-4b97-4350-a909-b31d024fc824" providerId="ADAL" clId="{288C4716-5041-42AE-BE5D-B7B91ED15651}" dt="2026-05-28T12:35:51.598" v="87" actId="6549"/>
          <ac:graphicFrameMkLst>
            <pc:docMk/>
            <pc:sldMk cId="2120740283" sldId="2147483607"/>
            <ac:graphicFrameMk id="2" creationId="{732E7F63-B857-4997-E61D-DC35D27FEC33}"/>
          </ac:graphicFrameMkLst>
        </pc:graphicFrameChg>
      </pc:sldChg>
      <pc:sldChg chg="add del ord modNotesTx">
        <pc:chgData name="Kushagr Bansal" userId="28430914-4b97-4350-a909-b31d024fc824" providerId="ADAL" clId="{288C4716-5041-42AE-BE5D-B7B91ED15651}" dt="2026-05-28T12:55:55.951" v="101" actId="20577"/>
        <pc:sldMkLst>
          <pc:docMk/>
          <pc:sldMk cId="39513569" sldId="2147483609"/>
        </pc:sldMkLst>
      </pc:sldChg>
      <pc:sldChg chg="del modNotesTx">
        <pc:chgData name="Kushagr Bansal" userId="28430914-4b97-4350-a909-b31d024fc824" providerId="ADAL" clId="{288C4716-5041-42AE-BE5D-B7B91ED15651}" dt="2026-05-28T12:34:23.764" v="77" actId="47"/>
        <pc:sldMkLst>
          <pc:docMk/>
          <pc:sldMk cId="129141307" sldId="2147483617"/>
        </pc:sldMkLst>
      </pc:sldChg>
      <pc:sldChg chg="modSp add del mod modNotesTx">
        <pc:chgData name="Kushagr Bansal" userId="28430914-4b97-4350-a909-b31d024fc824" providerId="ADAL" clId="{288C4716-5041-42AE-BE5D-B7B91ED15651}" dt="2026-05-28T12:56:09.445" v="104" actId="20577"/>
        <pc:sldMkLst>
          <pc:docMk/>
          <pc:sldMk cId="2264222312" sldId="2147483618"/>
        </pc:sldMkLst>
        <pc:spChg chg="mod">
          <ac:chgData name="Kushagr Bansal" userId="28430914-4b97-4350-a909-b31d024fc824" providerId="ADAL" clId="{288C4716-5041-42AE-BE5D-B7B91ED15651}" dt="2026-05-28T07:29:30.433" v="58" actId="20577"/>
          <ac:spMkLst>
            <pc:docMk/>
            <pc:sldMk cId="2264222312" sldId="2147483618"/>
            <ac:spMk id="14" creationId="{546144D3-55BF-711C-3924-610C60379E0D}"/>
          </ac:spMkLst>
        </pc:spChg>
        <pc:graphicFrameChg chg="modGraphic">
          <ac:chgData name="Kushagr Bansal" userId="28430914-4b97-4350-a909-b31d024fc824" providerId="ADAL" clId="{288C4716-5041-42AE-BE5D-B7B91ED15651}" dt="2026-05-28T12:35:31.729" v="85" actId="6549"/>
          <ac:graphicFrameMkLst>
            <pc:docMk/>
            <pc:sldMk cId="2264222312" sldId="2147483618"/>
            <ac:graphicFrameMk id="2" creationId="{8070C739-3FAB-DBE8-B4C6-2B422CEE2A8F}"/>
          </ac:graphicFrameMkLst>
        </pc:graphicFrameChg>
        <pc:graphicFrameChg chg="modGraphic">
          <ac:chgData name="Kushagr Bansal" userId="28430914-4b97-4350-a909-b31d024fc824" providerId="ADAL" clId="{288C4716-5041-42AE-BE5D-B7B91ED15651}" dt="2026-05-28T12:35:28.732" v="84" actId="6549"/>
          <ac:graphicFrameMkLst>
            <pc:docMk/>
            <pc:sldMk cId="2264222312" sldId="2147483618"/>
            <ac:graphicFrameMk id="3" creationId="{BAA0DD56-0CC9-F1B9-F327-81D1FEC58DF2}"/>
          </ac:graphicFrameMkLst>
        </pc:graphicFrameChg>
      </pc:sldChg>
      <pc:sldChg chg="modSp add del mod modNotesTx">
        <pc:chgData name="Kushagr Bansal" userId="28430914-4b97-4350-a909-b31d024fc824" providerId="ADAL" clId="{288C4716-5041-42AE-BE5D-B7B91ED15651}" dt="2026-05-28T12:56:12.374" v="105" actId="20577"/>
        <pc:sldMkLst>
          <pc:docMk/>
          <pc:sldMk cId="2413371640" sldId="2147483619"/>
        </pc:sldMkLst>
        <pc:graphicFrameChg chg="modGraphic">
          <ac:chgData name="Kushagr Bansal" userId="28430914-4b97-4350-a909-b31d024fc824" providerId="ADAL" clId="{288C4716-5041-42AE-BE5D-B7B91ED15651}" dt="2026-05-28T12:35:43.939" v="86" actId="6549"/>
          <ac:graphicFrameMkLst>
            <pc:docMk/>
            <pc:sldMk cId="2413371640" sldId="2147483619"/>
            <ac:graphicFrameMk id="2" creationId="{096B2A03-7A0B-CC78-D996-3EBF81271D78}"/>
          </ac:graphicFrameMkLst>
        </pc:graphicFrameChg>
      </pc:sldChg>
      <pc:sldChg chg="delSp modSp add del mod modNotesTx">
        <pc:chgData name="Kushagr Bansal" userId="28430914-4b97-4350-a909-b31d024fc824" providerId="ADAL" clId="{288C4716-5041-42AE-BE5D-B7B91ED15651}" dt="2026-05-28T12:56:06.392" v="103" actId="20577"/>
        <pc:sldMkLst>
          <pc:docMk/>
          <pc:sldMk cId="1058341206" sldId="2147483620"/>
        </pc:sldMkLst>
        <pc:spChg chg="del">
          <ac:chgData name="Kushagr Bansal" userId="28430914-4b97-4350-a909-b31d024fc824" providerId="ADAL" clId="{288C4716-5041-42AE-BE5D-B7B91ED15651}" dt="2026-05-28T12:35:18.233" v="82" actId="478"/>
          <ac:spMkLst>
            <pc:docMk/>
            <pc:sldMk cId="1058341206" sldId="2147483620"/>
            <ac:spMk id="3" creationId="{24A813CD-314E-28E9-4353-5F6EBC00551D}"/>
          </ac:spMkLst>
        </pc:spChg>
        <pc:spChg chg="del">
          <ac:chgData name="Kushagr Bansal" userId="28430914-4b97-4350-a909-b31d024fc824" providerId="ADAL" clId="{288C4716-5041-42AE-BE5D-B7B91ED15651}" dt="2026-05-28T12:35:18.233" v="82" actId="478"/>
          <ac:spMkLst>
            <pc:docMk/>
            <pc:sldMk cId="1058341206" sldId="2147483620"/>
            <ac:spMk id="4" creationId="{27507671-DFB8-E944-D14A-A326191789B9}"/>
          </ac:spMkLst>
        </pc:spChg>
        <pc:spChg chg="mod">
          <ac:chgData name="Kushagr Bansal" userId="28430914-4b97-4350-a909-b31d024fc824" providerId="ADAL" clId="{288C4716-5041-42AE-BE5D-B7B91ED15651}" dt="2026-05-28T07:30:01.907" v="73" actId="20577"/>
          <ac:spMkLst>
            <pc:docMk/>
            <pc:sldMk cId="1058341206" sldId="2147483620"/>
            <ac:spMk id="14" creationId="{0EFDE78E-0BDE-2C48-6956-B6A9EFD7CB5F}"/>
          </ac:spMkLst>
        </pc:spChg>
        <pc:spChg chg="del">
          <ac:chgData name="Kushagr Bansal" userId="28430914-4b97-4350-a909-b31d024fc824" providerId="ADAL" clId="{288C4716-5041-42AE-BE5D-B7B91ED15651}" dt="2026-05-28T12:35:19.624" v="83" actId="478"/>
          <ac:spMkLst>
            <pc:docMk/>
            <pc:sldMk cId="1058341206" sldId="2147483620"/>
            <ac:spMk id="29" creationId="{D1689FB6-E6B5-3C3D-9A12-4BD0E827E5C0}"/>
          </ac:spMkLst>
        </pc:spChg>
        <pc:graphicFrameChg chg="modGraphic">
          <ac:chgData name="Kushagr Bansal" userId="28430914-4b97-4350-a909-b31d024fc824" providerId="ADAL" clId="{288C4716-5041-42AE-BE5D-B7B91ED15651}" dt="2026-05-28T12:35:12.813" v="81" actId="6549"/>
          <ac:graphicFrameMkLst>
            <pc:docMk/>
            <pc:sldMk cId="1058341206" sldId="2147483620"/>
            <ac:graphicFrameMk id="2" creationId="{7060CF90-83D5-2FDB-CC4C-C0C754A9959A}"/>
          </ac:graphicFrameMkLst>
        </pc:graphicFrameChg>
      </pc:sldChg>
      <pc:sldChg chg="add del mod modNotesTx">
        <pc:chgData name="Kushagr Bansal" userId="28430914-4b97-4350-a909-b31d024fc824" providerId="ADAL" clId="{288C4716-5041-42AE-BE5D-B7B91ED15651}" dt="2026-05-28T12:56:18.106" v="107" actId="20577"/>
        <pc:sldMkLst>
          <pc:docMk/>
          <pc:sldMk cId="151950189" sldId="2147483622"/>
        </pc:sldMkLst>
      </pc:sldChg>
      <pc:sldChg chg="addSp delSp modSp add del mod modNotesTx">
        <pc:chgData name="Kushagr Bansal" userId="28430914-4b97-4350-a909-b31d024fc824" providerId="ADAL" clId="{288C4716-5041-42AE-BE5D-B7B91ED15651}" dt="2026-05-29T07:02:23.320" v="113" actId="20577"/>
        <pc:sldMkLst>
          <pc:docMk/>
          <pc:sldMk cId="3822838415" sldId="2147483623"/>
        </pc:sldMkLst>
        <pc:spChg chg="mod">
          <ac:chgData name="Kushagr Bansal" userId="28430914-4b97-4350-a909-b31d024fc824" providerId="ADAL" clId="{288C4716-5041-42AE-BE5D-B7B91ED15651}" dt="2026-05-29T07:02:23.320" v="113" actId="20577"/>
          <ac:spMkLst>
            <pc:docMk/>
            <pc:sldMk cId="3822838415" sldId="2147483623"/>
            <ac:spMk id="14" creationId="{583857BC-B912-284C-2EC3-8FA8A7A254CB}"/>
          </ac:spMkLst>
        </pc:spChg>
        <pc:graphicFrameChg chg="modGraphic">
          <ac:chgData name="Kushagr Bansal" userId="28430914-4b97-4350-a909-b31d024fc824" providerId="ADAL" clId="{288C4716-5041-42AE-BE5D-B7B91ED15651}" dt="2026-05-28T12:37:02.448" v="100" actId="6549"/>
          <ac:graphicFrameMkLst>
            <pc:docMk/>
            <pc:sldMk cId="3822838415" sldId="2147483623"/>
            <ac:graphicFrameMk id="3" creationId="{0022DCF4-D5D4-2A90-CE76-15D22876C8E9}"/>
          </ac:graphicFrameMkLst>
        </pc:graphicFrameChg>
        <pc:graphicFrameChg chg="add mod modGraphic">
          <ac:chgData name="Kushagr Bansal" userId="28430914-4b97-4350-a909-b31d024fc824" providerId="ADAL" clId="{288C4716-5041-42AE-BE5D-B7B91ED15651}" dt="2026-05-28T07:02:04.356" v="35" actId="6549"/>
          <ac:graphicFrameMkLst>
            <pc:docMk/>
            <pc:sldMk cId="3822838415" sldId="2147483623"/>
            <ac:graphicFrameMk id="4" creationId="{E0C5C1BA-12A9-9E81-7FB4-4BE03628E09F}"/>
          </ac:graphicFrameMkLst>
        </pc:graphicFrameChg>
        <pc:graphicFrameChg chg="del modGraphic">
          <ac:chgData name="Kushagr Bansal" userId="28430914-4b97-4350-a909-b31d024fc824" providerId="ADAL" clId="{288C4716-5041-42AE-BE5D-B7B91ED15651}" dt="2026-05-28T12:36:58.246" v="99" actId="20577"/>
          <ac:graphicFrameMkLst>
            <pc:docMk/>
            <pc:sldMk cId="3822838415" sldId="2147483623"/>
            <ac:graphicFrameMk id="5" creationId="{5366018E-2918-609D-0171-13C3B6E99F92}"/>
          </ac:graphicFrameMkLst>
        </pc:graphicFrameChg>
      </pc:sldChg>
      <pc:sldChg chg="add del modNotesTx">
        <pc:chgData name="Kushagr Bansal" userId="28430914-4b97-4350-a909-b31d024fc824" providerId="ADAL" clId="{288C4716-5041-42AE-BE5D-B7B91ED15651}" dt="2026-05-28T12:55:59.906" v="102" actId="20577"/>
        <pc:sldMkLst>
          <pc:docMk/>
          <pc:sldMk cId="629411231" sldId="2147483624"/>
        </pc:sldMkLst>
      </pc:sldChg>
      <pc:sldChg chg="del modNotesTx">
        <pc:chgData name="Kushagr Bansal" userId="28430914-4b97-4350-a909-b31d024fc824" providerId="ADAL" clId="{288C4716-5041-42AE-BE5D-B7B91ED15651}" dt="2026-05-28T12:34:23.764" v="77" actId="47"/>
        <pc:sldMkLst>
          <pc:docMk/>
          <pc:sldMk cId="4288407805" sldId="2147483625"/>
        </pc:sldMkLst>
      </pc:sldChg>
      <pc:sldChg chg="modSp del">
        <pc:chgData name="Kushagr Bansal" userId="28430914-4b97-4350-a909-b31d024fc824" providerId="ADAL" clId="{288C4716-5041-42AE-BE5D-B7B91ED15651}" dt="2026-05-28T06:32:16.826" v="23" actId="47"/>
        <pc:sldMkLst>
          <pc:docMk/>
          <pc:sldMk cId="2008995906" sldId="2147483628"/>
        </pc:sldMkLst>
        <pc:graphicFrameChg chg="mod">
          <ac:chgData name="Kushagr Bansal" userId="28430914-4b97-4350-a909-b31d024fc824" providerId="ADAL" clId="{288C4716-5041-42AE-BE5D-B7B91ED15651}" dt="2026-05-28T06:11:16.369" v="9"/>
          <ac:graphicFrameMkLst>
            <pc:docMk/>
            <pc:sldMk cId="2008995906" sldId="2147483628"/>
            <ac:graphicFrameMk id="10" creationId="{1C9D2391-F2C8-E051-BA66-C29E43EBB73A}"/>
          </ac:graphicFrameMkLst>
        </pc:graphicFrameChg>
      </pc:sldChg>
      <pc:sldChg chg="modSp add mod modNotesTx">
        <pc:chgData name="Kushagr Bansal" userId="28430914-4b97-4350-a909-b31d024fc824" providerId="ADAL" clId="{288C4716-5041-42AE-BE5D-B7B91ED15651}" dt="2026-05-28T12:56:21.213" v="108" actId="20577"/>
        <pc:sldMkLst>
          <pc:docMk/>
          <pc:sldMk cId="661474243" sldId="2147483629"/>
        </pc:sldMkLst>
        <pc:graphicFrameChg chg="modGraphic">
          <ac:chgData name="Kushagr Bansal" userId="28430914-4b97-4350-a909-b31d024fc824" providerId="ADAL" clId="{288C4716-5041-42AE-BE5D-B7B91ED15651}" dt="2026-05-28T12:36:52.208" v="94" actId="6549"/>
          <ac:graphicFrameMkLst>
            <pc:docMk/>
            <pc:sldMk cId="661474243" sldId="2147483629"/>
            <ac:graphicFrameMk id="2" creationId="{839BEC64-40FC-1C54-016A-EF08283BC7B7}"/>
          </ac:graphicFrameMkLst>
        </pc:graphicFrameChg>
        <pc:graphicFrameChg chg="modGraphic">
          <ac:chgData name="Kushagr Bansal" userId="28430914-4b97-4350-a909-b31d024fc824" providerId="ADAL" clId="{288C4716-5041-42AE-BE5D-B7B91ED15651}" dt="2026-05-28T12:36:37.157" v="92" actId="6549"/>
          <ac:graphicFrameMkLst>
            <pc:docMk/>
            <pc:sldMk cId="661474243" sldId="2147483629"/>
            <ac:graphicFrameMk id="4" creationId="{68A5F124-92AA-ACD7-637F-9066ACD504A2}"/>
          </ac:graphicFrameMkLst>
        </pc:graphicFrameChg>
        <pc:graphicFrameChg chg="modGraphic">
          <ac:chgData name="Kushagr Bansal" userId="28430914-4b97-4350-a909-b31d024fc824" providerId="ADAL" clId="{288C4716-5041-42AE-BE5D-B7B91ED15651}" dt="2026-05-28T12:36:40.942" v="93" actId="20577"/>
          <ac:graphicFrameMkLst>
            <pc:docMk/>
            <pc:sldMk cId="661474243" sldId="2147483629"/>
            <ac:graphicFrameMk id="8" creationId="{D4888FE7-F09E-E624-12A7-6384B5ECC8AD}"/>
          </ac:graphicFrameMkLst>
        </pc:graphicFrameChg>
      </pc:sldChg>
    </pc:docChg>
  </pc:docChgLst>
  <pc:docChgLst>
    <pc:chgData name="Shantanu Dusane" userId="4b35fe7c-d046-4f86-9ead-7183b184e00c" providerId="ADAL" clId="{75CA41ED-E310-4006-B228-845FF697BC00}"/>
    <pc:docChg chg="undo redo custSel addSld delSld modSld sldOrd">
      <pc:chgData name="Shantanu Dusane" userId="4b35fe7c-d046-4f86-9ead-7183b184e00c" providerId="ADAL" clId="{75CA41ED-E310-4006-B228-845FF697BC00}" dt="2026-05-28T18:54:17.742" v="763"/>
      <pc:docMkLst>
        <pc:docMk/>
      </pc:docMkLst>
      <pc:sldChg chg="modSp mod">
        <pc:chgData name="Shantanu Dusane" userId="4b35fe7c-d046-4f86-9ead-7183b184e00c" providerId="ADAL" clId="{75CA41ED-E310-4006-B228-845FF697BC00}" dt="2026-05-28T18:18:12.972" v="21" actId="20577"/>
        <pc:sldMkLst>
          <pc:docMk/>
          <pc:sldMk cId="2275061421" sldId="258"/>
        </pc:sldMkLst>
        <pc:spChg chg="mod">
          <ac:chgData name="Shantanu Dusane" userId="4b35fe7c-d046-4f86-9ead-7183b184e00c" providerId="ADAL" clId="{75CA41ED-E310-4006-B228-845FF697BC00}" dt="2026-05-28T18:18:12.972" v="21" actId="20577"/>
          <ac:spMkLst>
            <pc:docMk/>
            <pc:sldMk cId="2275061421" sldId="258"/>
            <ac:spMk id="14" creationId="{00000000-0000-0000-0000-000000000000}"/>
          </ac:spMkLst>
        </pc:spChg>
      </pc:sldChg>
      <pc:sldChg chg="modSp mod">
        <pc:chgData name="Shantanu Dusane" userId="4b35fe7c-d046-4f86-9ead-7183b184e00c" providerId="ADAL" clId="{75CA41ED-E310-4006-B228-845FF697BC00}" dt="2026-05-28T18:51:32.955" v="724" actId="20577"/>
        <pc:sldMkLst>
          <pc:docMk/>
          <pc:sldMk cId="2980132826" sldId="267"/>
        </pc:sldMkLst>
        <pc:spChg chg="mod">
          <ac:chgData name="Shantanu Dusane" userId="4b35fe7c-d046-4f86-9ead-7183b184e00c" providerId="ADAL" clId="{75CA41ED-E310-4006-B228-845FF697BC00}" dt="2026-05-28T18:51:32.955" v="724" actId="20577"/>
          <ac:spMkLst>
            <pc:docMk/>
            <pc:sldMk cId="2980132826" sldId="267"/>
            <ac:spMk id="6" creationId="{2C61BE43-7852-16C2-24CB-F3D18AB33B19}"/>
          </ac:spMkLst>
        </pc:spChg>
      </pc:sldChg>
      <pc:sldChg chg="addSp delSp modSp mod">
        <pc:chgData name="Shantanu Dusane" userId="4b35fe7c-d046-4f86-9ead-7183b184e00c" providerId="ADAL" clId="{75CA41ED-E310-4006-B228-845FF697BC00}" dt="2026-05-28T18:53:10.295" v="759" actId="6549"/>
        <pc:sldMkLst>
          <pc:docMk/>
          <pc:sldMk cId="2120740283" sldId="2147483607"/>
        </pc:sldMkLst>
        <pc:spChg chg="add mod">
          <ac:chgData name="Shantanu Dusane" userId="4b35fe7c-d046-4f86-9ead-7183b184e00c" providerId="ADAL" clId="{75CA41ED-E310-4006-B228-845FF697BC00}" dt="2026-05-28T18:53:01.555" v="756"/>
          <ac:spMkLst>
            <pc:docMk/>
            <pc:sldMk cId="2120740283" sldId="2147483607"/>
            <ac:spMk id="4" creationId="{7B550B2D-13FB-1DBE-0826-15A3AF2B5055}"/>
          </ac:spMkLst>
        </pc:spChg>
        <pc:spChg chg="add del mod">
          <ac:chgData name="Shantanu Dusane" userId="4b35fe7c-d046-4f86-9ead-7183b184e00c" providerId="ADAL" clId="{75CA41ED-E310-4006-B228-845FF697BC00}" dt="2026-05-28T18:53:05.312" v="758" actId="478"/>
          <ac:spMkLst>
            <pc:docMk/>
            <pc:sldMk cId="2120740283" sldId="2147483607"/>
            <ac:spMk id="15" creationId="{00000000-0000-0000-0000-000000000000}"/>
          </ac:spMkLst>
        </pc:spChg>
        <pc:graphicFrameChg chg="add del mod modGraphic">
          <ac:chgData name="Shantanu Dusane" userId="4b35fe7c-d046-4f86-9ead-7183b184e00c" providerId="ADAL" clId="{75CA41ED-E310-4006-B228-845FF697BC00}" dt="2026-05-28T18:53:05.312" v="758" actId="478"/>
          <ac:graphicFrameMkLst>
            <pc:docMk/>
            <pc:sldMk cId="2120740283" sldId="2147483607"/>
            <ac:graphicFrameMk id="2" creationId="{732E7F63-B857-4997-E61D-DC35D27FEC33}"/>
          </ac:graphicFrameMkLst>
        </pc:graphicFrameChg>
        <pc:graphicFrameChg chg="add mod modGraphic">
          <ac:chgData name="Shantanu Dusane" userId="4b35fe7c-d046-4f86-9ead-7183b184e00c" providerId="ADAL" clId="{75CA41ED-E310-4006-B228-845FF697BC00}" dt="2026-05-28T18:53:10.295" v="759" actId="6549"/>
          <ac:graphicFrameMkLst>
            <pc:docMk/>
            <pc:sldMk cId="2120740283" sldId="2147483607"/>
            <ac:graphicFrameMk id="5" creationId="{3460F835-7C51-6056-0EC7-3D2E447695EF}"/>
          </ac:graphicFrameMkLst>
        </pc:graphicFrameChg>
      </pc:sldChg>
      <pc:sldChg chg="del">
        <pc:chgData name="Shantanu Dusane" userId="4b35fe7c-d046-4f86-9ead-7183b184e00c" providerId="ADAL" clId="{75CA41ED-E310-4006-B228-845FF697BC00}" dt="2026-05-28T18:43:30.436" v="523" actId="47"/>
        <pc:sldMkLst>
          <pc:docMk/>
          <pc:sldMk cId="39513569" sldId="2147483609"/>
        </pc:sldMkLst>
      </pc:sldChg>
      <pc:sldChg chg="addSp delSp modSp mod">
        <pc:chgData name="Shantanu Dusane" userId="4b35fe7c-d046-4f86-9ead-7183b184e00c" providerId="ADAL" clId="{75CA41ED-E310-4006-B228-845FF697BC00}" dt="2026-05-28T18:20:40.188" v="23"/>
        <pc:sldMkLst>
          <pc:docMk/>
          <pc:sldMk cId="2264222312" sldId="2147483618"/>
        </pc:sldMkLst>
        <pc:spChg chg="add mod">
          <ac:chgData name="Shantanu Dusane" userId="4b35fe7c-d046-4f86-9ead-7183b184e00c" providerId="ADAL" clId="{75CA41ED-E310-4006-B228-845FF697BC00}" dt="2026-05-28T10:55:38.927" v="12"/>
          <ac:spMkLst>
            <pc:docMk/>
            <pc:sldMk cId="2264222312" sldId="2147483618"/>
            <ac:spMk id="4" creationId="{6D9D3A22-63DA-2ED1-6846-13521E9639AA}"/>
          </ac:spMkLst>
        </pc:spChg>
        <pc:spChg chg="del">
          <ac:chgData name="Shantanu Dusane" userId="4b35fe7c-d046-4f86-9ead-7183b184e00c" providerId="ADAL" clId="{75CA41ED-E310-4006-B228-845FF697BC00}" dt="2026-05-28T10:55:37.007" v="11" actId="478"/>
          <ac:spMkLst>
            <pc:docMk/>
            <pc:sldMk cId="2264222312" sldId="2147483618"/>
            <ac:spMk id="15" creationId="{7B3213CE-281F-3236-CE65-FB7F322C80FC}"/>
          </ac:spMkLst>
        </pc:spChg>
        <pc:graphicFrameChg chg="mod">
          <ac:chgData name="Shantanu Dusane" userId="4b35fe7c-d046-4f86-9ead-7183b184e00c" providerId="ADAL" clId="{75CA41ED-E310-4006-B228-845FF697BC00}" dt="2026-05-28T18:20:40.188" v="23"/>
          <ac:graphicFrameMkLst>
            <pc:docMk/>
            <pc:sldMk cId="2264222312" sldId="2147483618"/>
            <ac:graphicFrameMk id="2" creationId="{8070C739-3FAB-DBE8-B4C6-2B422CEE2A8F}"/>
          </ac:graphicFrameMkLst>
        </pc:graphicFrameChg>
      </pc:sldChg>
      <pc:sldChg chg="modSp mod">
        <pc:chgData name="Shantanu Dusane" userId="4b35fe7c-d046-4f86-9ead-7183b184e00c" providerId="ADAL" clId="{75CA41ED-E310-4006-B228-845FF697BC00}" dt="2026-05-28T18:25:07.236" v="26" actId="20578"/>
        <pc:sldMkLst>
          <pc:docMk/>
          <pc:sldMk cId="2413371640" sldId="2147483619"/>
        </pc:sldMkLst>
        <pc:spChg chg="mod">
          <ac:chgData name="Shantanu Dusane" userId="4b35fe7c-d046-4f86-9ead-7183b184e00c" providerId="ADAL" clId="{75CA41ED-E310-4006-B228-845FF697BC00}" dt="2026-05-28T18:25:07.236" v="26" actId="20578"/>
          <ac:spMkLst>
            <pc:docMk/>
            <pc:sldMk cId="2413371640" sldId="2147483619"/>
            <ac:spMk id="14" creationId="{43E4067E-00CB-6410-538F-FF0295AE2B83}"/>
          </ac:spMkLst>
        </pc:spChg>
      </pc:sldChg>
      <pc:sldChg chg="addSp delSp modSp mod">
        <pc:chgData name="Shantanu Dusane" userId="4b35fe7c-d046-4f86-9ead-7183b184e00c" providerId="ADAL" clId="{75CA41ED-E310-4006-B228-845FF697BC00}" dt="2026-05-28T18:54:17.742" v="763"/>
        <pc:sldMkLst>
          <pc:docMk/>
          <pc:sldMk cId="1058341206" sldId="2147483620"/>
        </pc:sldMkLst>
        <pc:spChg chg="add mod">
          <ac:chgData name="Shantanu Dusane" userId="4b35fe7c-d046-4f86-9ead-7183b184e00c" providerId="ADAL" clId="{75CA41ED-E310-4006-B228-845FF697BC00}" dt="2026-05-28T18:54:14.943" v="761"/>
          <ac:spMkLst>
            <pc:docMk/>
            <pc:sldMk cId="1058341206" sldId="2147483620"/>
            <ac:spMk id="3" creationId="{74B52C29-7486-9087-805F-42E8C6D003DA}"/>
          </ac:spMkLst>
        </pc:spChg>
        <pc:spChg chg="add mod">
          <ac:chgData name="Shantanu Dusane" userId="4b35fe7c-d046-4f86-9ead-7183b184e00c" providerId="ADAL" clId="{75CA41ED-E310-4006-B228-845FF697BC00}" dt="2026-05-28T18:54:17.742" v="763"/>
          <ac:spMkLst>
            <pc:docMk/>
            <pc:sldMk cId="1058341206" sldId="2147483620"/>
            <ac:spMk id="4" creationId="{E910D34B-F0AD-ADF5-B1DB-E25B54BA0597}"/>
          </ac:spMkLst>
        </pc:spChg>
        <pc:spChg chg="del">
          <ac:chgData name="Shantanu Dusane" userId="4b35fe7c-d046-4f86-9ead-7183b184e00c" providerId="ADAL" clId="{75CA41ED-E310-4006-B228-845FF697BC00}" dt="2026-05-28T18:54:17.126" v="762" actId="478"/>
          <ac:spMkLst>
            <pc:docMk/>
            <pc:sldMk cId="1058341206" sldId="2147483620"/>
            <ac:spMk id="12" creationId="{49877DA7-EB67-8F7A-9A42-CC55F71A3DB2}"/>
          </ac:spMkLst>
        </pc:spChg>
        <pc:spChg chg="mod">
          <ac:chgData name="Shantanu Dusane" userId="4b35fe7c-d046-4f86-9ead-7183b184e00c" providerId="ADAL" clId="{75CA41ED-E310-4006-B228-845FF697BC00}" dt="2026-05-28T18:19:18.776" v="22" actId="113"/>
          <ac:spMkLst>
            <pc:docMk/>
            <pc:sldMk cId="1058341206" sldId="2147483620"/>
            <ac:spMk id="14" creationId="{0EFDE78E-0BDE-2C48-6956-B6A9EFD7CB5F}"/>
          </ac:spMkLst>
        </pc:spChg>
      </pc:sldChg>
      <pc:sldChg chg="modSp">
        <pc:chgData name="Shantanu Dusane" userId="4b35fe7c-d046-4f86-9ead-7183b184e00c" providerId="ADAL" clId="{75CA41ED-E310-4006-B228-845FF697BC00}" dt="2026-05-28T18:26:09.260" v="27"/>
        <pc:sldMkLst>
          <pc:docMk/>
          <pc:sldMk cId="151950189" sldId="2147483622"/>
        </pc:sldMkLst>
        <pc:spChg chg="mod">
          <ac:chgData name="Shantanu Dusane" userId="4b35fe7c-d046-4f86-9ead-7183b184e00c" providerId="ADAL" clId="{75CA41ED-E310-4006-B228-845FF697BC00}" dt="2026-05-28T18:26:09.260" v="27"/>
          <ac:spMkLst>
            <pc:docMk/>
            <pc:sldMk cId="151950189" sldId="2147483622"/>
            <ac:spMk id="3" creationId="{B5BF5D88-4EB1-BAF7-B3F9-CC0F5DAF1631}"/>
          </ac:spMkLst>
        </pc:spChg>
      </pc:sldChg>
      <pc:sldChg chg="modSp mod">
        <pc:chgData name="Shantanu Dusane" userId="4b35fe7c-d046-4f86-9ead-7183b184e00c" providerId="ADAL" clId="{75CA41ED-E310-4006-B228-845FF697BC00}" dt="2026-05-28T18:32:05.273" v="192" actId="20577"/>
        <pc:sldMkLst>
          <pc:docMk/>
          <pc:sldMk cId="3822838415" sldId="2147483623"/>
        </pc:sldMkLst>
        <pc:spChg chg="mod">
          <ac:chgData name="Shantanu Dusane" userId="4b35fe7c-d046-4f86-9ead-7183b184e00c" providerId="ADAL" clId="{75CA41ED-E310-4006-B228-845FF697BC00}" dt="2026-05-28T18:32:05.273" v="192" actId="20577"/>
          <ac:spMkLst>
            <pc:docMk/>
            <pc:sldMk cId="3822838415" sldId="2147483623"/>
            <ac:spMk id="14" creationId="{583857BC-B912-284C-2EC3-8FA8A7A254CB}"/>
          </ac:spMkLst>
        </pc:spChg>
        <pc:graphicFrameChg chg="mod modGraphic">
          <ac:chgData name="Shantanu Dusane" userId="4b35fe7c-d046-4f86-9ead-7183b184e00c" providerId="ADAL" clId="{75CA41ED-E310-4006-B228-845FF697BC00}" dt="2026-05-28T18:27:13.108" v="33" actId="20577"/>
          <ac:graphicFrameMkLst>
            <pc:docMk/>
            <pc:sldMk cId="3822838415" sldId="2147483623"/>
            <ac:graphicFrameMk id="5" creationId="{5366018E-2918-609D-0171-13C3B6E99F92}"/>
          </ac:graphicFrameMkLst>
        </pc:graphicFrameChg>
      </pc:sldChg>
      <pc:sldChg chg="addSp delSp modSp del mod ord">
        <pc:chgData name="Shantanu Dusane" userId="4b35fe7c-d046-4f86-9ead-7183b184e00c" providerId="ADAL" clId="{75CA41ED-E310-4006-B228-845FF697BC00}" dt="2026-05-28T18:43:30.436" v="523" actId="47"/>
        <pc:sldMkLst>
          <pc:docMk/>
          <pc:sldMk cId="629411231" sldId="2147483624"/>
        </pc:sldMkLst>
        <pc:spChg chg="add mod">
          <ac:chgData name="Shantanu Dusane" userId="4b35fe7c-d046-4f86-9ead-7183b184e00c" providerId="ADAL" clId="{75CA41ED-E310-4006-B228-845FF697BC00}" dt="2026-05-28T16:35:22.065" v="15" actId="14100"/>
          <ac:spMkLst>
            <pc:docMk/>
            <pc:sldMk cId="629411231" sldId="2147483624"/>
            <ac:spMk id="5" creationId="{BD972B2E-C06D-3C22-1314-F211B33FBA50}"/>
          </ac:spMkLst>
        </pc:spChg>
        <pc:spChg chg="add mod">
          <ac:chgData name="Shantanu Dusane" userId="4b35fe7c-d046-4f86-9ead-7183b184e00c" providerId="ADAL" clId="{75CA41ED-E310-4006-B228-845FF697BC00}" dt="2026-05-28T16:35:31.270" v="18"/>
          <ac:spMkLst>
            <pc:docMk/>
            <pc:sldMk cId="629411231" sldId="2147483624"/>
            <ac:spMk id="8" creationId="{CA6CB9E5-F1E3-F112-8C17-803233674ED3}"/>
          </ac:spMkLst>
        </pc:spChg>
        <pc:spChg chg="del">
          <ac:chgData name="Shantanu Dusane" userId="4b35fe7c-d046-4f86-9ead-7183b184e00c" providerId="ADAL" clId="{75CA41ED-E310-4006-B228-845FF697BC00}" dt="2026-05-28T16:35:04.460" v="13" actId="478"/>
          <ac:spMkLst>
            <pc:docMk/>
            <pc:sldMk cId="629411231" sldId="2147483624"/>
            <ac:spMk id="9" creationId="{B4EC5021-53E2-52A1-B1D9-305EE0B5BB9B}"/>
          </ac:spMkLst>
        </pc:spChg>
        <pc:spChg chg="del mod">
          <ac:chgData name="Shantanu Dusane" userId="4b35fe7c-d046-4f86-9ead-7183b184e00c" providerId="ADAL" clId="{75CA41ED-E310-4006-B228-845FF697BC00}" dt="2026-05-28T16:35:25.511" v="17" actId="478"/>
          <ac:spMkLst>
            <pc:docMk/>
            <pc:sldMk cId="629411231" sldId="2147483624"/>
            <ac:spMk id="10" creationId="{16DA28DE-453C-E190-648B-37AD980F5D03}"/>
          </ac:spMkLst>
        </pc:spChg>
        <pc:spChg chg="add mod">
          <ac:chgData name="Shantanu Dusane" userId="4b35fe7c-d046-4f86-9ead-7183b184e00c" providerId="ADAL" clId="{75CA41ED-E310-4006-B228-845FF697BC00}" dt="2026-05-28T18:35:08.160" v="195"/>
          <ac:spMkLst>
            <pc:docMk/>
            <pc:sldMk cId="629411231" sldId="2147483624"/>
            <ac:spMk id="11" creationId="{61A70084-4D55-C3FF-E30E-CB402EC8F4A2}"/>
          </ac:spMkLst>
        </pc:spChg>
        <pc:graphicFrameChg chg="del">
          <ac:chgData name="Shantanu Dusane" userId="4b35fe7c-d046-4f86-9ead-7183b184e00c" providerId="ADAL" clId="{75CA41ED-E310-4006-B228-845FF697BC00}" dt="2026-05-28T10:47:20.323" v="0" actId="478"/>
          <ac:graphicFrameMkLst>
            <pc:docMk/>
            <pc:sldMk cId="629411231" sldId="2147483624"/>
            <ac:graphicFrameMk id="3" creationId="{E052400E-47AB-20CE-961D-F100360910D7}"/>
          </ac:graphicFrameMkLst>
        </pc:graphicFrameChg>
        <pc:graphicFrameChg chg="add mod">
          <ac:chgData name="Shantanu Dusane" userId="4b35fe7c-d046-4f86-9ead-7183b184e00c" providerId="ADAL" clId="{75CA41ED-E310-4006-B228-845FF697BC00}" dt="2026-05-28T10:47:20.942" v="1"/>
          <ac:graphicFrameMkLst>
            <pc:docMk/>
            <pc:sldMk cId="629411231" sldId="2147483624"/>
            <ac:graphicFrameMk id="4" creationId="{0B4EBCC1-B8FB-48AF-398B-2B80651A5A23}"/>
          </ac:graphicFrameMkLst>
        </pc:graphicFrameChg>
      </pc:sldChg>
      <pc:sldChg chg="modSp mod">
        <pc:chgData name="Shantanu Dusane" userId="4b35fe7c-d046-4f86-9ead-7183b184e00c" providerId="ADAL" clId="{75CA41ED-E310-4006-B228-845FF697BC00}" dt="2026-05-28T10:47:41.574" v="5" actId="20577"/>
        <pc:sldMkLst>
          <pc:docMk/>
          <pc:sldMk cId="4288407805" sldId="2147483625"/>
        </pc:sldMkLst>
        <pc:spChg chg="mod">
          <ac:chgData name="Shantanu Dusane" userId="4b35fe7c-d046-4f86-9ead-7183b184e00c" providerId="ADAL" clId="{75CA41ED-E310-4006-B228-845FF697BC00}" dt="2026-05-28T10:47:39.446" v="3" actId="20577"/>
          <ac:spMkLst>
            <pc:docMk/>
            <pc:sldMk cId="4288407805" sldId="2147483625"/>
            <ac:spMk id="15" creationId="{00000000-0000-0000-0000-000000000000}"/>
          </ac:spMkLst>
        </pc:spChg>
        <pc:spChg chg="mod">
          <ac:chgData name="Shantanu Dusane" userId="4b35fe7c-d046-4f86-9ead-7183b184e00c" providerId="ADAL" clId="{75CA41ED-E310-4006-B228-845FF697BC00}" dt="2026-05-28T10:47:41.574" v="5" actId="20577"/>
          <ac:spMkLst>
            <pc:docMk/>
            <pc:sldMk cId="4288407805" sldId="2147483625"/>
            <ac:spMk id="93" creationId="{00000000-0000-0000-0000-000000000000}"/>
          </ac:spMkLst>
        </pc:spChg>
      </pc:sldChg>
      <pc:sldChg chg="addSp delSp modSp add mod">
        <pc:chgData name="Shantanu Dusane" userId="4b35fe7c-d046-4f86-9ead-7183b184e00c" providerId="ADAL" clId="{75CA41ED-E310-4006-B228-845FF697BC00}" dt="2026-05-28T18:51:18.264" v="722" actId="20577"/>
        <pc:sldMkLst>
          <pc:docMk/>
          <pc:sldMk cId="2723075958" sldId="2147483630"/>
        </pc:sldMkLst>
        <pc:spChg chg="add del mod">
          <ac:chgData name="Shantanu Dusane" userId="4b35fe7c-d046-4f86-9ead-7183b184e00c" providerId="ADAL" clId="{75CA41ED-E310-4006-B228-845FF697BC00}" dt="2026-05-28T18:44:02.959" v="569" actId="478"/>
          <ac:spMkLst>
            <pc:docMk/>
            <pc:sldMk cId="2723075958" sldId="2147483630"/>
            <ac:spMk id="4" creationId="{38244A8C-275A-8FBB-3E89-16D7C199FE5E}"/>
          </ac:spMkLst>
        </pc:spChg>
        <pc:spChg chg="del">
          <ac:chgData name="Shantanu Dusane" userId="4b35fe7c-d046-4f86-9ead-7183b184e00c" providerId="ADAL" clId="{75CA41ED-E310-4006-B228-845FF697BC00}" dt="2026-05-28T18:35:07.183" v="194" actId="21"/>
          <ac:spMkLst>
            <pc:docMk/>
            <pc:sldMk cId="2723075958" sldId="2147483630"/>
            <ac:spMk id="5" creationId="{61A70084-4D55-C3FF-E30E-CB402EC8F4A2}"/>
          </ac:spMkLst>
        </pc:spChg>
        <pc:spChg chg="mod">
          <ac:chgData name="Shantanu Dusane" userId="4b35fe7c-d046-4f86-9ead-7183b184e00c" providerId="ADAL" clId="{75CA41ED-E310-4006-B228-845FF697BC00}" dt="2026-05-28T18:51:18.264" v="722" actId="20577"/>
          <ac:spMkLst>
            <pc:docMk/>
            <pc:sldMk cId="2723075958" sldId="2147483630"/>
            <ac:spMk id="6" creationId="{971DBE4C-15E3-40FF-075B-9550AE92181C}"/>
          </ac:spMkLst>
        </pc:spChg>
        <pc:spChg chg="del mod">
          <ac:chgData name="Shantanu Dusane" userId="4b35fe7c-d046-4f86-9ead-7183b184e00c" providerId="ADAL" clId="{75CA41ED-E310-4006-B228-845FF697BC00}" dt="2026-05-28T18:43:41.665" v="541" actId="478"/>
          <ac:spMkLst>
            <pc:docMk/>
            <pc:sldMk cId="2723075958" sldId="2147483630"/>
            <ac:spMk id="8" creationId="{8033F484-3D7A-AD13-054A-CE1BCD156DAC}"/>
          </ac:spMkLst>
        </pc:spChg>
        <pc:spChg chg="add mod">
          <ac:chgData name="Shantanu Dusane" userId="4b35fe7c-d046-4f86-9ead-7183b184e00c" providerId="ADAL" clId="{75CA41ED-E310-4006-B228-845FF697BC00}" dt="2026-05-28T18:44:07.152" v="570"/>
          <ac:spMkLst>
            <pc:docMk/>
            <pc:sldMk cId="2723075958" sldId="2147483630"/>
            <ac:spMk id="9" creationId="{C4B70AD2-025F-6AFE-6F76-06B376225BCC}"/>
          </ac:spMkLst>
        </pc:spChg>
        <pc:spChg chg="add mod">
          <ac:chgData name="Shantanu Dusane" userId="4b35fe7c-d046-4f86-9ead-7183b184e00c" providerId="ADAL" clId="{75CA41ED-E310-4006-B228-845FF697BC00}" dt="2026-05-28T18:50:46.201" v="707" actId="113"/>
          <ac:spMkLst>
            <pc:docMk/>
            <pc:sldMk cId="2723075958" sldId="2147483630"/>
            <ac:spMk id="10" creationId="{57FEFD31-1238-9E69-5FFF-09AB77485BFA}"/>
          </ac:spMkLst>
        </pc:spChg>
        <pc:graphicFrameChg chg="mod modGraphic">
          <ac:chgData name="Shantanu Dusane" userId="4b35fe7c-d046-4f86-9ead-7183b184e00c" providerId="ADAL" clId="{75CA41ED-E310-4006-B228-845FF697BC00}" dt="2026-05-28T18:50:18.627" v="686" actId="1036"/>
          <ac:graphicFrameMkLst>
            <pc:docMk/>
            <pc:sldMk cId="2723075958" sldId="2147483630"/>
            <ac:graphicFrameMk id="3" creationId="{643A9154-1252-1846-19C5-B16F375F6BBC}"/>
          </ac:graphicFrameMkLst>
        </pc:graphicFrameChg>
      </pc:sldChg>
      <pc:sldChg chg="addSp delSp modSp add mod">
        <pc:chgData name="Shantanu Dusane" userId="4b35fe7c-d046-4f86-9ead-7183b184e00c" providerId="ADAL" clId="{75CA41ED-E310-4006-B228-845FF697BC00}" dt="2026-05-28T18:51:11.163" v="721" actId="478"/>
        <pc:sldMkLst>
          <pc:docMk/>
          <pc:sldMk cId="812193435" sldId="2147483631"/>
        </pc:sldMkLst>
        <pc:spChg chg="mod">
          <ac:chgData name="Shantanu Dusane" userId="4b35fe7c-d046-4f86-9ead-7183b184e00c" providerId="ADAL" clId="{75CA41ED-E310-4006-B228-845FF697BC00}" dt="2026-05-28T18:51:06.507" v="720" actId="20577"/>
          <ac:spMkLst>
            <pc:docMk/>
            <pc:sldMk cId="812193435" sldId="2147483631"/>
            <ac:spMk id="2" creationId="{AEFF75AC-D6FF-4B7F-3C80-ACA3E7E64ACA}"/>
          </ac:spMkLst>
        </pc:spChg>
        <pc:spChg chg="del">
          <ac:chgData name="Shantanu Dusane" userId="4b35fe7c-d046-4f86-9ead-7183b184e00c" providerId="ADAL" clId="{75CA41ED-E310-4006-B228-845FF697BC00}" dt="2026-05-28T18:51:11.163" v="721" actId="478"/>
          <ac:spMkLst>
            <pc:docMk/>
            <pc:sldMk cId="812193435" sldId="2147483631"/>
            <ac:spMk id="6" creationId="{334536C8-3E05-2FD3-6BD6-68A98891A11B}"/>
          </ac:spMkLst>
        </pc:spChg>
        <pc:spChg chg="add del mod">
          <ac:chgData name="Shantanu Dusane" userId="4b35fe7c-d046-4f86-9ead-7183b184e00c" providerId="ADAL" clId="{75CA41ED-E310-4006-B228-845FF697BC00}" dt="2026-05-28T18:37:19.033" v="339" actId="478"/>
          <ac:spMkLst>
            <pc:docMk/>
            <pc:sldMk cId="812193435" sldId="2147483631"/>
            <ac:spMk id="7" creationId="{D7024C43-D497-A09B-AEDD-64A1D6AFFB83}"/>
          </ac:spMkLst>
        </pc:spChg>
        <pc:spChg chg="mod">
          <ac:chgData name="Shantanu Dusane" userId="4b35fe7c-d046-4f86-9ead-7183b184e00c" providerId="ADAL" clId="{75CA41ED-E310-4006-B228-845FF697BC00}" dt="2026-05-28T18:37:25.867" v="341" actId="21"/>
          <ac:spMkLst>
            <pc:docMk/>
            <pc:sldMk cId="812193435" sldId="2147483631"/>
            <ac:spMk id="8" creationId="{9FED6A83-9EE3-A9E5-B2C1-FAC45ECD17D0}"/>
          </ac:spMkLst>
        </pc:spChg>
        <pc:spChg chg="add mod">
          <ac:chgData name="Shantanu Dusane" userId="4b35fe7c-d046-4f86-9ead-7183b184e00c" providerId="ADAL" clId="{75CA41ED-E310-4006-B228-845FF697BC00}" dt="2026-05-28T18:43:21.509" v="521" actId="553"/>
          <ac:spMkLst>
            <pc:docMk/>
            <pc:sldMk cId="812193435" sldId="2147483631"/>
            <ac:spMk id="9" creationId="{0A043ED0-1347-5F71-12D4-668BEED7A22C}"/>
          </ac:spMkLst>
        </pc:spChg>
        <pc:spChg chg="add mod">
          <ac:chgData name="Shantanu Dusane" userId="4b35fe7c-d046-4f86-9ead-7183b184e00c" providerId="ADAL" clId="{75CA41ED-E310-4006-B228-845FF697BC00}" dt="2026-05-28T18:43:22.279" v="522" actId="465"/>
          <ac:spMkLst>
            <pc:docMk/>
            <pc:sldMk cId="812193435" sldId="2147483631"/>
            <ac:spMk id="10" creationId="{1CEF7ABB-2AA5-153B-82C7-DAB15D588266}"/>
          </ac:spMkLst>
        </pc:spChg>
        <pc:spChg chg="add mod">
          <ac:chgData name="Shantanu Dusane" userId="4b35fe7c-d046-4f86-9ead-7183b184e00c" providerId="ADAL" clId="{75CA41ED-E310-4006-B228-845FF697BC00}" dt="2026-05-28T18:43:21.509" v="521" actId="553"/>
          <ac:spMkLst>
            <pc:docMk/>
            <pc:sldMk cId="812193435" sldId="2147483631"/>
            <ac:spMk id="11" creationId="{4DAECD7C-6D85-DB97-F978-C052AD30A40C}"/>
          </ac:spMkLst>
        </pc:spChg>
      </pc:sldChg>
      <pc:sldChg chg="add del">
        <pc:chgData name="Shantanu Dusane" userId="4b35fe7c-d046-4f86-9ead-7183b184e00c" providerId="ADAL" clId="{75CA41ED-E310-4006-B228-845FF697BC00}" dt="2026-05-28T18:43:30.436" v="523" actId="47"/>
        <pc:sldMkLst>
          <pc:docMk/>
          <pc:sldMk cId="1017192771" sldId="214748363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Number of Alerts</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Sheet1!$A$2:$A$24</c:f>
              <c:numCache>
                <c:formatCode>General</c:formatCode>
                <c:ptCount val="23"/>
              </c:numCache>
            </c:numRef>
          </c:xVal>
          <c:yVal>
            <c:numRef>
              <c:f>Sheet1!$B$2:$B$24</c:f>
              <c:numCache>
                <c:formatCode>General</c:formatCode>
                <c:ptCount val="23"/>
              </c:numCache>
            </c:numRef>
          </c:yVal>
          <c:smooth val="0"/>
          <c:extLst>
            <c:ext xmlns:c16="http://schemas.microsoft.com/office/drawing/2014/chart" uri="{C3380CC4-5D6E-409C-BE32-E72D297353CC}">
              <c16:uniqueId val="{00000000-4089-40D3-B103-DACB44A71EC6}"/>
            </c:ext>
          </c:extLst>
        </c:ser>
        <c:dLbls>
          <c:showLegendKey val="0"/>
          <c:showVal val="0"/>
          <c:showCatName val="0"/>
          <c:showSerName val="0"/>
          <c:showPercent val="0"/>
          <c:showBubbleSize val="0"/>
        </c:dLbls>
        <c:axId val="617048479"/>
        <c:axId val="617059039"/>
      </c:scatterChart>
      <c:valAx>
        <c:axId val="61704847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400" b="0" i="0" u="none" strike="noStrike" kern="1200" spc="0" baseline="0">
                    <a:solidFill>
                      <a:prstClr val="black">
                        <a:lumMod val="65000"/>
                        <a:lumOff val="35000"/>
                      </a:prstClr>
                    </a:solidFill>
                  </a:rPr>
                  <a:t>Total Doctors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7059039"/>
        <c:crosses val="autoZero"/>
        <c:crossBetween val="midCat"/>
      </c:valAx>
      <c:valAx>
        <c:axId val="6170590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Prescriptions per – active</a:t>
                </a:r>
                <a:r>
                  <a:rPr lang="en-US" baseline="0"/>
                  <a:t> doctor</a:t>
                </a:r>
                <a:endParaRPr lang="en-US"/>
              </a:p>
            </c:rich>
          </c:tx>
          <c:layout>
            <c:manualLayout>
              <c:xMode val="edge"/>
              <c:yMode val="edge"/>
              <c:x val="5.5119197651974259E-3"/>
              <c:y val="0.20434762122133115"/>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704847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C38DA3-DDBB-4212-B93B-2776DE890A8E}"/>
              </a:ext>
            </a:extLst>
          </p:cNvPr>
          <p:cNvSpPr>
            <a:spLocks noGrp="1"/>
          </p:cNvSpPr>
          <p:nvPr>
            <p:ph type="hdr" sz="quarter"/>
            <p:custDataLst>
              <p:tags r:id="rId2"/>
            </p:custDataLst>
          </p:nvPr>
        </p:nvSpPr>
        <p:spPr>
          <a:xfrm>
            <a:off x="0" y="0"/>
            <a:ext cx="7315200" cy="481727"/>
          </a:xfrm>
          <a:prstGeom prst="rect">
            <a:avLst/>
          </a:prstGeom>
        </p:spPr>
        <p:txBody>
          <a:bodyPr vert="horz" lIns="96653" tIns="48327" rIns="96653" bIns="48327" rtlCol="0"/>
          <a:lstStyle>
            <a:lvl1pPr algn="l">
              <a:defRPr sz="1200"/>
            </a:lvl1pPr>
          </a:lstStyle>
          <a:p>
            <a:pPr algn="ctr"/>
            <a:r>
              <a:rPr lang="en-US" sz="800">
                <a:solidFill>
                  <a:srgbClr val="7F7F7F"/>
                </a:solidFill>
                <a:latin typeface="Arial" panose="020B0604020202020204" pitchFamily="34" charset="0"/>
              </a:rPr>
              <a:t>Public Information</a:t>
            </a:r>
          </a:p>
        </p:txBody>
      </p:sp>
      <p:sp>
        <p:nvSpPr>
          <p:cNvPr id="3" name="Date Placeholder 2">
            <a:extLst>
              <a:ext uri="{FF2B5EF4-FFF2-40B4-BE49-F238E27FC236}">
                <a16:creationId xmlns:a16="http://schemas.microsoft.com/office/drawing/2014/main" id="{51E4F5A0-46E4-482E-8721-5B6294292798}"/>
              </a:ext>
            </a:extLst>
          </p:cNvPr>
          <p:cNvSpPr>
            <a:spLocks noGrp="1"/>
          </p:cNvSpPr>
          <p:nvPr>
            <p:ph type="dt" sz="quarter" idx="1"/>
          </p:nvPr>
        </p:nvSpPr>
        <p:spPr>
          <a:xfrm>
            <a:off x="4143587" y="0"/>
            <a:ext cx="3169920" cy="481727"/>
          </a:xfrm>
          <a:prstGeom prst="rect">
            <a:avLst/>
          </a:prstGeom>
        </p:spPr>
        <p:txBody>
          <a:bodyPr vert="horz" lIns="96653" tIns="48327" rIns="96653" bIns="48327" rtlCol="0"/>
          <a:lstStyle>
            <a:lvl1pPr algn="r">
              <a:defRPr sz="1200"/>
            </a:lvl1pPr>
          </a:lstStyle>
          <a:p>
            <a:fld id="{ED7D1DA6-4580-4333-B972-2C77E1088380}" type="datetimeFigureOut">
              <a:rPr lang="en-US" smtClean="0">
                <a:latin typeface="Arial" panose="020B0604020202020204" pitchFamily="34" charset="0"/>
              </a:rPr>
              <a:t>6/19/2026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F67DC932-A316-4A59-B5C8-4F2D751E8A8F}"/>
              </a:ext>
            </a:extLst>
          </p:cNvPr>
          <p:cNvSpPr>
            <a:spLocks noGrp="1"/>
          </p:cNvSpPr>
          <p:nvPr>
            <p:ph type="ftr" sz="quarter" idx="2"/>
          </p:nvPr>
        </p:nvSpPr>
        <p:spPr>
          <a:xfrm>
            <a:off x="0" y="9119475"/>
            <a:ext cx="3169920" cy="481726"/>
          </a:xfrm>
          <a:prstGeom prst="rect">
            <a:avLst/>
          </a:prstGeom>
        </p:spPr>
        <p:txBody>
          <a:bodyPr vert="horz" lIns="96653" tIns="48327" rIns="96653" bIns="48327" rtlCol="0" anchor="b"/>
          <a:lstStyle>
            <a:lvl1pPr algn="l">
              <a:defRPr sz="1200"/>
            </a:lvl1pPr>
          </a:lstStyle>
          <a:p>
            <a:r>
              <a:rPr lang="en-US">
                <a:latin typeface="Arial" panose="020B0604020202020204" pitchFamily="34" charset="0"/>
              </a:rPr>
              <a:t>© 2024 ProcDNA</a:t>
            </a:r>
          </a:p>
        </p:txBody>
      </p:sp>
      <p:sp>
        <p:nvSpPr>
          <p:cNvPr id="5" name="Slide Number Placeholder 4">
            <a:extLst>
              <a:ext uri="{FF2B5EF4-FFF2-40B4-BE49-F238E27FC236}">
                <a16:creationId xmlns:a16="http://schemas.microsoft.com/office/drawing/2014/main" id="{5CE92948-C271-4002-9E48-A716B55872D7}"/>
              </a:ext>
            </a:extLst>
          </p:cNvPr>
          <p:cNvSpPr>
            <a:spLocks noGrp="1"/>
          </p:cNvSpPr>
          <p:nvPr>
            <p:ph type="sldNum" sz="quarter" idx="3"/>
          </p:nvPr>
        </p:nvSpPr>
        <p:spPr>
          <a:xfrm>
            <a:off x="4143587" y="9119475"/>
            <a:ext cx="3169920" cy="481726"/>
          </a:xfrm>
          <a:prstGeom prst="rect">
            <a:avLst/>
          </a:prstGeom>
        </p:spPr>
        <p:txBody>
          <a:bodyPr vert="horz" lIns="96653" tIns="48327" rIns="96653" bIns="48327" rtlCol="0" anchor="b"/>
          <a:lstStyle>
            <a:lvl1pPr algn="r">
              <a:defRPr sz="1200"/>
            </a:lvl1pPr>
          </a:lstStyle>
          <a:p>
            <a:fld id="{B0DCCB46-CAA3-4735-A726-3B8E9C6E0995}"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86678824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7315200" cy="481727"/>
          </a:xfrm>
          <a:prstGeom prst="rect">
            <a:avLst/>
          </a:prstGeom>
        </p:spPr>
        <p:txBody>
          <a:bodyPr vert="horz" lIns="96653" tIns="48327" rIns="96653" bIns="48327" rtlCol="0"/>
          <a:lstStyle>
            <a:lvl1pPr algn="ctr">
              <a:defRPr lang="en-US" sz="800" b="0" i="0" u="none">
                <a:solidFill>
                  <a:srgbClr val="7F7F7F"/>
                </a:solidFill>
                <a:latin typeface="Arial" panose="020B0604020202020204" pitchFamily="34" charset="0"/>
              </a:defRPr>
            </a:lvl1pPr>
          </a:lstStyle>
          <a:p>
            <a:r>
              <a:rPr lang="en-IN"/>
              <a:t>Public Information</a:t>
            </a:r>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atin typeface="Arial" panose="020B0604020202020204" pitchFamily="34" charset="0"/>
              </a:defRPr>
            </a:lvl1pPr>
          </a:lstStyle>
          <a:p>
            <a:fld id="{EF95FC5E-96E8-4228-A351-FB30642C9195}" type="datetimeFigureOut">
              <a:rPr lang="en-US" smtClean="0"/>
              <a:pPr/>
              <a:t>6/19/2026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atin typeface="Arial" panose="020B0604020202020204" pitchFamily="34" charset="0"/>
              </a:defRPr>
            </a:lvl1pPr>
          </a:lstStyle>
          <a:p>
            <a:r>
              <a:rPr lang="en-US"/>
              <a:t>© 2024 ProcDNA</a:t>
            </a:r>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atin typeface="Arial" panose="020B0604020202020204" pitchFamily="34" charset="0"/>
              </a:defRPr>
            </a:lvl1pPr>
          </a:lstStyle>
          <a:p>
            <a:fld id="{EE659F0A-A928-429B-BEF5-EBE80D6AD1A9}" type="slidenum">
              <a:rPr lang="en-US" smtClean="0"/>
              <a:pPr/>
              <a:t>‹#›</a:t>
            </a:fld>
            <a:endParaRPr lang="en-US"/>
          </a:p>
        </p:txBody>
      </p:sp>
    </p:spTree>
    <p:extLst>
      <p:ext uri="{BB962C8B-B14F-4D97-AF65-F5344CB8AC3E}">
        <p14:creationId xmlns:p14="http://schemas.microsoft.com/office/powerpoint/2010/main" val="233475078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 2024 ProcDNA</a:t>
            </a:r>
          </a:p>
        </p:txBody>
      </p:sp>
      <p:sp>
        <p:nvSpPr>
          <p:cNvPr id="5" name="Slide Number Placeholder 4"/>
          <p:cNvSpPr>
            <a:spLocks noGrp="1"/>
          </p:cNvSpPr>
          <p:nvPr>
            <p:ph type="sldNum" sz="quarter" idx="5"/>
          </p:nvPr>
        </p:nvSpPr>
        <p:spPr/>
        <p:txBody>
          <a:bodyPr/>
          <a:lstStyle/>
          <a:p>
            <a:fld id="{EE659F0A-A928-429B-BEF5-EBE80D6AD1A9}" type="slidenum">
              <a:rPr lang="en-US" smtClean="0"/>
              <a:pPr/>
              <a:t>1</a:t>
            </a:fld>
            <a:endParaRPr lang="en-US"/>
          </a:p>
        </p:txBody>
      </p:sp>
    </p:spTree>
    <p:extLst>
      <p:ext uri="{BB962C8B-B14F-4D97-AF65-F5344CB8AC3E}">
        <p14:creationId xmlns:p14="http://schemas.microsoft.com/office/powerpoint/2010/main" val="1177865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ACB1-AC97-FC7B-8CAC-30ACB22AA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FB6AB-BC91-0F5B-7BD8-3641D3A70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7A7A2-73E9-1A1E-5453-FE9C06FE62C3}"/>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1D4AF8AA-69C1-9E73-45D6-591BF8E7142B}"/>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F4792EAC-FA62-06F1-FA8A-38AC7474ECBA}"/>
              </a:ext>
            </a:extLst>
          </p:cNvPr>
          <p:cNvSpPr>
            <a:spLocks noGrp="1"/>
          </p:cNvSpPr>
          <p:nvPr>
            <p:ph type="sldNum" sz="quarter" idx="5"/>
          </p:nvPr>
        </p:nvSpPr>
        <p:spPr/>
        <p:txBody>
          <a:bodyPr/>
          <a:lstStyle/>
          <a:p>
            <a:fld id="{EE659F0A-A928-429B-BEF5-EBE80D6AD1A9}" type="slidenum">
              <a:rPr lang="en-US" smtClean="0"/>
              <a:pPr/>
              <a:t>2</a:t>
            </a:fld>
            <a:endParaRPr lang="en-US"/>
          </a:p>
        </p:txBody>
      </p:sp>
    </p:spTree>
    <p:extLst>
      <p:ext uri="{BB962C8B-B14F-4D97-AF65-F5344CB8AC3E}">
        <p14:creationId xmlns:p14="http://schemas.microsoft.com/office/powerpoint/2010/main" val="1960777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02200-E9AB-A97D-FADE-0BF64CEAE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C3D21-5837-632B-6C80-376CF9BA5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6E975-E2E9-3360-7DD9-13E15B6A5884}"/>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0AF7C4B-FB4E-16E4-B318-C115AC43D6D5}"/>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5EAAB556-90AA-1687-CBA1-6E5F0CA49D17}"/>
              </a:ext>
            </a:extLst>
          </p:cNvPr>
          <p:cNvSpPr>
            <a:spLocks noGrp="1"/>
          </p:cNvSpPr>
          <p:nvPr>
            <p:ph type="sldNum" sz="quarter" idx="5"/>
          </p:nvPr>
        </p:nvSpPr>
        <p:spPr/>
        <p:txBody>
          <a:bodyPr/>
          <a:lstStyle/>
          <a:p>
            <a:fld id="{EE659F0A-A928-429B-BEF5-EBE80D6AD1A9}" type="slidenum">
              <a:rPr lang="en-US" smtClean="0"/>
              <a:pPr/>
              <a:t>3</a:t>
            </a:fld>
            <a:endParaRPr lang="en-US"/>
          </a:p>
        </p:txBody>
      </p:sp>
    </p:spTree>
    <p:extLst>
      <p:ext uri="{BB962C8B-B14F-4D97-AF65-F5344CB8AC3E}">
        <p14:creationId xmlns:p14="http://schemas.microsoft.com/office/powerpoint/2010/main" val="1470385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 2024 ProcDNA</a:t>
            </a:r>
            <a:endParaRPr lang="en-US" dirty="0"/>
          </a:p>
        </p:txBody>
      </p:sp>
      <p:sp>
        <p:nvSpPr>
          <p:cNvPr id="5" name="Slide Number Placeholder 4"/>
          <p:cNvSpPr>
            <a:spLocks noGrp="1"/>
          </p:cNvSpPr>
          <p:nvPr>
            <p:ph type="sldNum" sz="quarter" idx="5"/>
          </p:nvPr>
        </p:nvSpPr>
        <p:spPr/>
        <p:txBody>
          <a:bodyPr/>
          <a:lstStyle/>
          <a:p>
            <a:fld id="{EE659F0A-A928-429B-BEF5-EBE80D6AD1A9}" type="slidenum">
              <a:rPr lang="en-US" smtClean="0"/>
              <a:pPr/>
              <a:t>4</a:t>
            </a:fld>
            <a:endParaRPr lang="en-US" dirty="0"/>
          </a:p>
        </p:txBody>
      </p:sp>
    </p:spTree>
    <p:extLst>
      <p:ext uri="{BB962C8B-B14F-4D97-AF65-F5344CB8AC3E}">
        <p14:creationId xmlns:p14="http://schemas.microsoft.com/office/powerpoint/2010/main" val="571832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651A-F6F6-C600-DD5D-77D4D8E32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4AECF-97B2-4929-C88D-8580D761A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076383-988C-9D3D-BA53-4767720EF5F3}"/>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3DEB8B73-B2AC-8AE5-5159-F171A0D03464}"/>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B9C1977E-E70B-A896-9309-7346A5AAB2EB}"/>
              </a:ext>
            </a:extLst>
          </p:cNvPr>
          <p:cNvSpPr>
            <a:spLocks noGrp="1"/>
          </p:cNvSpPr>
          <p:nvPr>
            <p:ph type="sldNum" sz="quarter" idx="5"/>
          </p:nvPr>
        </p:nvSpPr>
        <p:spPr/>
        <p:txBody>
          <a:bodyPr/>
          <a:lstStyle/>
          <a:p>
            <a:fld id="{EE659F0A-A928-429B-BEF5-EBE80D6AD1A9}" type="slidenum">
              <a:rPr lang="en-US" smtClean="0"/>
              <a:pPr/>
              <a:t>5</a:t>
            </a:fld>
            <a:endParaRPr lang="en-US"/>
          </a:p>
        </p:txBody>
      </p:sp>
    </p:spTree>
    <p:extLst>
      <p:ext uri="{BB962C8B-B14F-4D97-AF65-F5344CB8AC3E}">
        <p14:creationId xmlns:p14="http://schemas.microsoft.com/office/powerpoint/2010/main" val="1302280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6477-ADD6-1333-6239-7BFECF9D9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C4179-AFA3-744C-5B36-2F507CA45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6B1BE-5D90-ED3D-0C43-A6A6D748E1EE}"/>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D98F6C0-E6C7-199F-80D1-684C27B39667}"/>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EAC2A069-8E5B-BF06-C83D-EADEC563C4BA}"/>
              </a:ext>
            </a:extLst>
          </p:cNvPr>
          <p:cNvSpPr>
            <a:spLocks noGrp="1"/>
          </p:cNvSpPr>
          <p:nvPr>
            <p:ph type="sldNum" sz="quarter" idx="5"/>
          </p:nvPr>
        </p:nvSpPr>
        <p:spPr/>
        <p:txBody>
          <a:bodyPr/>
          <a:lstStyle/>
          <a:p>
            <a:fld id="{EE659F0A-A928-429B-BEF5-EBE80D6AD1A9}" type="slidenum">
              <a:rPr lang="en-US" smtClean="0"/>
              <a:pPr/>
              <a:t>6</a:t>
            </a:fld>
            <a:endParaRPr lang="en-US"/>
          </a:p>
        </p:txBody>
      </p:sp>
    </p:spTree>
    <p:extLst>
      <p:ext uri="{BB962C8B-B14F-4D97-AF65-F5344CB8AC3E}">
        <p14:creationId xmlns:p14="http://schemas.microsoft.com/office/powerpoint/2010/main" val="210913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54BDF-B8C2-03B7-1985-ACC46E9DE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3B487-D0B3-6BAA-C365-E6E86C894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E9079-F50D-9DFA-6689-AD61F766F289}"/>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2D917996-DF92-A3A2-6006-3491ACAA114B}"/>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7FEAF839-2FF6-5988-9111-0DBEE45F8DA6}"/>
              </a:ext>
            </a:extLst>
          </p:cNvPr>
          <p:cNvSpPr>
            <a:spLocks noGrp="1"/>
          </p:cNvSpPr>
          <p:nvPr>
            <p:ph type="sldNum" sz="quarter" idx="5"/>
          </p:nvPr>
        </p:nvSpPr>
        <p:spPr/>
        <p:txBody>
          <a:bodyPr/>
          <a:lstStyle/>
          <a:p>
            <a:fld id="{EE659F0A-A928-429B-BEF5-EBE80D6AD1A9}" type="slidenum">
              <a:rPr lang="en-US" smtClean="0"/>
              <a:pPr/>
              <a:t>7</a:t>
            </a:fld>
            <a:endParaRPr lang="en-US"/>
          </a:p>
        </p:txBody>
      </p:sp>
    </p:spTree>
    <p:extLst>
      <p:ext uri="{BB962C8B-B14F-4D97-AF65-F5344CB8AC3E}">
        <p14:creationId xmlns:p14="http://schemas.microsoft.com/office/powerpoint/2010/main" val="2828872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032AB-A172-F08C-F7CF-2D725B554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B87CC-6DB9-FD58-EBBA-F4B685D5FF0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EE7B92-F9E0-3D8D-3D88-C13D723FA55A}"/>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0F3E9D52-E2CC-9E4D-863C-23BA5EE35C95}"/>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AD4D3F62-2B6D-5A44-5115-C4D8ECF988BE}"/>
              </a:ext>
            </a:extLst>
          </p:cNvPr>
          <p:cNvSpPr>
            <a:spLocks noGrp="1"/>
          </p:cNvSpPr>
          <p:nvPr>
            <p:ph type="sldNum" sz="quarter" idx="5"/>
          </p:nvPr>
        </p:nvSpPr>
        <p:spPr/>
        <p:txBody>
          <a:bodyPr/>
          <a:lstStyle/>
          <a:p>
            <a:fld id="{EE659F0A-A928-429B-BEF5-EBE80D6AD1A9}" type="slidenum">
              <a:rPr lang="en-US" smtClean="0"/>
              <a:pPr/>
              <a:t>8</a:t>
            </a:fld>
            <a:endParaRPr lang="en-US"/>
          </a:p>
        </p:txBody>
      </p:sp>
    </p:spTree>
    <p:extLst>
      <p:ext uri="{BB962C8B-B14F-4D97-AF65-F5344CB8AC3E}">
        <p14:creationId xmlns:p14="http://schemas.microsoft.com/office/powerpoint/2010/main" val="2686997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 2024 ProcDNA</a:t>
            </a:r>
            <a:endParaRPr lang="en-US" dirty="0"/>
          </a:p>
        </p:txBody>
      </p:sp>
      <p:sp>
        <p:nvSpPr>
          <p:cNvPr id="5" name="Slide Number Placeholder 4"/>
          <p:cNvSpPr>
            <a:spLocks noGrp="1"/>
          </p:cNvSpPr>
          <p:nvPr>
            <p:ph type="sldNum" sz="quarter" idx="5"/>
          </p:nvPr>
        </p:nvSpPr>
        <p:spPr/>
        <p:txBody>
          <a:bodyPr/>
          <a:lstStyle/>
          <a:p>
            <a:fld id="{EE659F0A-A928-429B-BEF5-EBE80D6AD1A9}" type="slidenum">
              <a:rPr lang="en-US" smtClean="0"/>
              <a:pPr/>
              <a:t>9</a:t>
            </a:fld>
            <a:endParaRPr lang="en-US" dirty="0"/>
          </a:p>
        </p:txBody>
      </p:sp>
    </p:spTree>
    <p:extLst>
      <p:ext uri="{BB962C8B-B14F-4D97-AF65-F5344CB8AC3E}">
        <p14:creationId xmlns:p14="http://schemas.microsoft.com/office/powerpoint/2010/main" val="3709712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6053-39B1-F141-331F-EFC3047AE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F0165-EFDA-2DBC-DC29-0F9F87BA787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B9CD36A-8B1A-8A40-CFFC-E2EEEC4FEDE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C870A5EB-8C9E-EDA1-D016-419E1C1E9139}"/>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477B9810-83E5-CC3E-48DE-86C5F08DC5BD}"/>
              </a:ext>
            </a:extLst>
          </p:cNvPr>
          <p:cNvSpPr>
            <a:spLocks noGrp="1"/>
          </p:cNvSpPr>
          <p:nvPr>
            <p:ph type="sldNum" sz="quarter" idx="5"/>
          </p:nvPr>
        </p:nvSpPr>
        <p:spPr/>
        <p:txBody>
          <a:bodyPr/>
          <a:lstStyle/>
          <a:p>
            <a:fld id="{EE659F0A-A928-429B-BEF5-EBE80D6AD1A9}" type="slidenum">
              <a:rPr lang="en-US" smtClean="0"/>
              <a:pPr/>
              <a:t>10</a:t>
            </a:fld>
            <a:endParaRPr lang="en-US"/>
          </a:p>
        </p:txBody>
      </p:sp>
    </p:spTree>
    <p:extLst>
      <p:ext uri="{BB962C8B-B14F-4D97-AF65-F5344CB8AC3E}">
        <p14:creationId xmlns:p14="http://schemas.microsoft.com/office/powerpoint/2010/main" val="4270267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A3EEE-DDF5-9007-3B6E-AB3047DB7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C2201-48FF-41B9-6647-E0404F56BC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CB989D3-09A2-11EB-7D16-687ACC1F1EBD}"/>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65260B3-357C-0CA6-B4D6-358EBE562797}"/>
              </a:ext>
            </a:extLst>
          </p:cNvPr>
          <p:cNvSpPr>
            <a:spLocks noGrp="1"/>
          </p:cNvSpPr>
          <p:nvPr>
            <p:ph type="ftr" sz="quarter" idx="4"/>
          </p:nvPr>
        </p:nvSpPr>
        <p:spPr/>
        <p:txBody>
          <a:bodyPr/>
          <a:lstStyle/>
          <a:p>
            <a:r>
              <a:rPr lang="en-US"/>
              <a:t>© 2024 ProcDNA</a:t>
            </a:r>
          </a:p>
        </p:txBody>
      </p:sp>
      <p:sp>
        <p:nvSpPr>
          <p:cNvPr id="5" name="Slide Number Placeholder 4">
            <a:extLst>
              <a:ext uri="{FF2B5EF4-FFF2-40B4-BE49-F238E27FC236}">
                <a16:creationId xmlns:a16="http://schemas.microsoft.com/office/drawing/2014/main" id="{CE8E8CA2-9B35-5588-3869-31AA66BEBE6C}"/>
              </a:ext>
            </a:extLst>
          </p:cNvPr>
          <p:cNvSpPr>
            <a:spLocks noGrp="1"/>
          </p:cNvSpPr>
          <p:nvPr>
            <p:ph type="sldNum" sz="quarter" idx="5"/>
          </p:nvPr>
        </p:nvSpPr>
        <p:spPr/>
        <p:txBody>
          <a:bodyPr/>
          <a:lstStyle/>
          <a:p>
            <a:fld id="{EE659F0A-A928-429B-BEF5-EBE80D6AD1A9}" type="slidenum">
              <a:rPr lang="en-US" smtClean="0"/>
              <a:pPr/>
              <a:t>11</a:t>
            </a:fld>
            <a:endParaRPr lang="en-US"/>
          </a:p>
        </p:txBody>
      </p:sp>
    </p:spTree>
    <p:extLst>
      <p:ext uri="{BB962C8B-B14F-4D97-AF65-F5344CB8AC3E}">
        <p14:creationId xmlns:p14="http://schemas.microsoft.com/office/powerpoint/2010/main" val="893632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linkedin.com/company/procdna/" TargetMode="External"/><Relationship Id="rId1" Type="http://schemas.openxmlformats.org/officeDocument/2006/relationships/slideMaster" Target="../slideMasters/slideMaster1.xml"/><Relationship Id="rId4" Type="http://schemas.openxmlformats.org/officeDocument/2006/relationships/hyperlink" Target="http://www.procdna.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grpSp>
        <p:nvGrpSpPr>
          <p:cNvPr id="370" name="Group 369">
            <a:extLst>
              <a:ext uri="{FF2B5EF4-FFF2-40B4-BE49-F238E27FC236}">
                <a16:creationId xmlns:a16="http://schemas.microsoft.com/office/drawing/2014/main" id="{B5B359C4-5ED9-8BF8-7910-686DF2F5E3C5}"/>
              </a:ext>
            </a:extLst>
          </p:cNvPr>
          <p:cNvGrpSpPr/>
          <p:nvPr userDrawn="1"/>
        </p:nvGrpSpPr>
        <p:grpSpPr>
          <a:xfrm>
            <a:off x="7096634" y="0"/>
            <a:ext cx="4993766" cy="6858000"/>
            <a:chOff x="6968490" y="0"/>
            <a:chExt cx="4993766" cy="6858000"/>
          </a:xfrm>
        </p:grpSpPr>
        <p:grpSp>
          <p:nvGrpSpPr>
            <p:cNvPr id="3" name="Graphic 4">
              <a:extLst>
                <a:ext uri="{FF2B5EF4-FFF2-40B4-BE49-F238E27FC236}">
                  <a16:creationId xmlns:a16="http://schemas.microsoft.com/office/drawing/2014/main" id="{DF52D8C0-5778-5441-C878-5663CE0F4F6F}"/>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6" name="Freeform: Shape 5">
                <a:extLst>
                  <a:ext uri="{FF2B5EF4-FFF2-40B4-BE49-F238E27FC236}">
                    <a16:creationId xmlns:a16="http://schemas.microsoft.com/office/drawing/2014/main" id="{15129318-8503-836A-225A-951A722B7600}"/>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 name="Freeform: Shape 6">
                <a:extLst>
                  <a:ext uri="{FF2B5EF4-FFF2-40B4-BE49-F238E27FC236}">
                    <a16:creationId xmlns:a16="http://schemas.microsoft.com/office/drawing/2014/main" id="{47AFBA06-35B4-5570-42A0-C3212C0534FA}"/>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 name="Freeform: Shape 7">
                <a:extLst>
                  <a:ext uri="{FF2B5EF4-FFF2-40B4-BE49-F238E27FC236}">
                    <a16:creationId xmlns:a16="http://schemas.microsoft.com/office/drawing/2014/main" id="{5155AE1B-C733-7CB0-7310-88FCAB88F787}"/>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 name="Freeform: Shape 8">
                <a:extLst>
                  <a:ext uri="{FF2B5EF4-FFF2-40B4-BE49-F238E27FC236}">
                    <a16:creationId xmlns:a16="http://schemas.microsoft.com/office/drawing/2014/main" id="{11D42712-5731-3F1C-0AB2-6700434A0B4B}"/>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 name="Freeform: Shape 9">
                <a:extLst>
                  <a:ext uri="{FF2B5EF4-FFF2-40B4-BE49-F238E27FC236}">
                    <a16:creationId xmlns:a16="http://schemas.microsoft.com/office/drawing/2014/main" id="{C3693185-16FC-ADD8-16C9-A5AA92D40435}"/>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 name="Freeform: Shape 10">
                <a:extLst>
                  <a:ext uri="{FF2B5EF4-FFF2-40B4-BE49-F238E27FC236}">
                    <a16:creationId xmlns:a16="http://schemas.microsoft.com/office/drawing/2014/main" id="{4D80FA6A-5251-F854-88C7-5C8113572FE2}"/>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 name="Freeform: Shape 11">
                <a:extLst>
                  <a:ext uri="{FF2B5EF4-FFF2-40B4-BE49-F238E27FC236}">
                    <a16:creationId xmlns:a16="http://schemas.microsoft.com/office/drawing/2014/main" id="{968E2B19-DEF2-84D6-239A-4C948CD0D89C}"/>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 name="Freeform: Shape 13">
                <a:extLst>
                  <a:ext uri="{FF2B5EF4-FFF2-40B4-BE49-F238E27FC236}">
                    <a16:creationId xmlns:a16="http://schemas.microsoft.com/office/drawing/2014/main" id="{0E9F7EC4-BD86-77B6-8BE2-5640217CBBFC}"/>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 name="Freeform: Shape 16">
                <a:extLst>
                  <a:ext uri="{FF2B5EF4-FFF2-40B4-BE49-F238E27FC236}">
                    <a16:creationId xmlns:a16="http://schemas.microsoft.com/office/drawing/2014/main" id="{A81D7EF6-7245-4A51-296B-2D2C66A11C4B}"/>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 name="Freeform: Shape 17">
                <a:extLst>
                  <a:ext uri="{FF2B5EF4-FFF2-40B4-BE49-F238E27FC236}">
                    <a16:creationId xmlns:a16="http://schemas.microsoft.com/office/drawing/2014/main" id="{302EABD5-8914-4754-DBAE-384181DDDA98}"/>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 name="Freeform: Shape 18">
                <a:extLst>
                  <a:ext uri="{FF2B5EF4-FFF2-40B4-BE49-F238E27FC236}">
                    <a16:creationId xmlns:a16="http://schemas.microsoft.com/office/drawing/2014/main" id="{3066AD52-DE58-48DA-63C4-CB5A87913C4B}"/>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 name="Freeform: Shape 19">
                <a:extLst>
                  <a:ext uri="{FF2B5EF4-FFF2-40B4-BE49-F238E27FC236}">
                    <a16:creationId xmlns:a16="http://schemas.microsoft.com/office/drawing/2014/main" id="{77EDCF30-21AC-32E3-60E5-2C10E81FE16F}"/>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 name="Freeform: Shape 20">
                <a:extLst>
                  <a:ext uri="{FF2B5EF4-FFF2-40B4-BE49-F238E27FC236}">
                    <a16:creationId xmlns:a16="http://schemas.microsoft.com/office/drawing/2014/main" id="{71674653-3625-0E5D-1BE7-2DE19DC87A6D}"/>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 name="Freeform: Shape 21">
                <a:extLst>
                  <a:ext uri="{FF2B5EF4-FFF2-40B4-BE49-F238E27FC236}">
                    <a16:creationId xmlns:a16="http://schemas.microsoft.com/office/drawing/2014/main" id="{ABFD39B9-A484-CBAA-9F1F-0BBD3F5E4449}"/>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 name="Freeform: Shape 22">
                <a:extLst>
                  <a:ext uri="{FF2B5EF4-FFF2-40B4-BE49-F238E27FC236}">
                    <a16:creationId xmlns:a16="http://schemas.microsoft.com/office/drawing/2014/main" id="{2EA44581-E709-6079-D35D-7CA97BF432CF}"/>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 name="Freeform: Shape 23">
                <a:extLst>
                  <a:ext uri="{FF2B5EF4-FFF2-40B4-BE49-F238E27FC236}">
                    <a16:creationId xmlns:a16="http://schemas.microsoft.com/office/drawing/2014/main" id="{ED50B3F8-8C7C-6C1B-57DD-D7238A7483CA}"/>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 name="Freeform: Shape 24">
                <a:extLst>
                  <a:ext uri="{FF2B5EF4-FFF2-40B4-BE49-F238E27FC236}">
                    <a16:creationId xmlns:a16="http://schemas.microsoft.com/office/drawing/2014/main" id="{4DCE0662-DEA2-030F-E3C8-CE2517119CCA}"/>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 name="Freeform: Shape 25">
                <a:extLst>
                  <a:ext uri="{FF2B5EF4-FFF2-40B4-BE49-F238E27FC236}">
                    <a16:creationId xmlns:a16="http://schemas.microsoft.com/office/drawing/2014/main" id="{68DE8795-A4B9-9940-578E-1D79CB436DA4}"/>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 name="Freeform: Shape 26">
                <a:extLst>
                  <a:ext uri="{FF2B5EF4-FFF2-40B4-BE49-F238E27FC236}">
                    <a16:creationId xmlns:a16="http://schemas.microsoft.com/office/drawing/2014/main" id="{336C8CA5-9E77-F890-9DAA-B14FF033FD3A}"/>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 name="Freeform: Shape 27">
                <a:extLst>
                  <a:ext uri="{FF2B5EF4-FFF2-40B4-BE49-F238E27FC236}">
                    <a16:creationId xmlns:a16="http://schemas.microsoft.com/office/drawing/2014/main" id="{FF4CF757-4A7A-0624-5A2E-7C20B9B7879E}"/>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 name="Freeform: Shape 28">
                <a:extLst>
                  <a:ext uri="{FF2B5EF4-FFF2-40B4-BE49-F238E27FC236}">
                    <a16:creationId xmlns:a16="http://schemas.microsoft.com/office/drawing/2014/main" id="{26EB6DCC-F88E-514C-AB23-ECBD5DCFF272}"/>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 name="Freeform: Shape 29">
                <a:extLst>
                  <a:ext uri="{FF2B5EF4-FFF2-40B4-BE49-F238E27FC236}">
                    <a16:creationId xmlns:a16="http://schemas.microsoft.com/office/drawing/2014/main" id="{FA446272-175E-7FFE-26F3-33352F64D4DA}"/>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 name="Freeform: Shape 30">
                <a:extLst>
                  <a:ext uri="{FF2B5EF4-FFF2-40B4-BE49-F238E27FC236}">
                    <a16:creationId xmlns:a16="http://schemas.microsoft.com/office/drawing/2014/main" id="{B10B06A5-E798-0B96-8151-850F166EBC12}"/>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 name="Freeform: Shape 31">
                <a:extLst>
                  <a:ext uri="{FF2B5EF4-FFF2-40B4-BE49-F238E27FC236}">
                    <a16:creationId xmlns:a16="http://schemas.microsoft.com/office/drawing/2014/main" id="{5275A5CC-9903-17B0-352E-66D5B099F2A2}"/>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 name="Freeform: Shape 32">
                <a:extLst>
                  <a:ext uri="{FF2B5EF4-FFF2-40B4-BE49-F238E27FC236}">
                    <a16:creationId xmlns:a16="http://schemas.microsoft.com/office/drawing/2014/main" id="{AA6BBEF7-7A11-A93E-37D9-4B13D8B47D3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 name="Freeform: Shape 33">
                <a:extLst>
                  <a:ext uri="{FF2B5EF4-FFF2-40B4-BE49-F238E27FC236}">
                    <a16:creationId xmlns:a16="http://schemas.microsoft.com/office/drawing/2014/main" id="{DC7C7BDE-23B4-C18D-5876-526D72B941ED}"/>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 name="Freeform: Shape 34">
                <a:extLst>
                  <a:ext uri="{FF2B5EF4-FFF2-40B4-BE49-F238E27FC236}">
                    <a16:creationId xmlns:a16="http://schemas.microsoft.com/office/drawing/2014/main" id="{B201E714-F394-CED5-EDCD-DA314441DDCA}"/>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 name="Freeform: Shape 35">
                <a:extLst>
                  <a:ext uri="{FF2B5EF4-FFF2-40B4-BE49-F238E27FC236}">
                    <a16:creationId xmlns:a16="http://schemas.microsoft.com/office/drawing/2014/main" id="{1E925D91-579B-87FB-0C29-4E42EA72245C}"/>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 name="Freeform: Shape 36">
                <a:extLst>
                  <a:ext uri="{FF2B5EF4-FFF2-40B4-BE49-F238E27FC236}">
                    <a16:creationId xmlns:a16="http://schemas.microsoft.com/office/drawing/2014/main" id="{403AACB4-5BF1-D5C1-CD35-61F4BE36B85D}"/>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 name="Freeform: Shape 37">
                <a:extLst>
                  <a:ext uri="{FF2B5EF4-FFF2-40B4-BE49-F238E27FC236}">
                    <a16:creationId xmlns:a16="http://schemas.microsoft.com/office/drawing/2014/main" id="{51A038CD-1C37-1761-851A-46B9898DCA80}"/>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 name="Freeform: Shape 38">
                <a:extLst>
                  <a:ext uri="{FF2B5EF4-FFF2-40B4-BE49-F238E27FC236}">
                    <a16:creationId xmlns:a16="http://schemas.microsoft.com/office/drawing/2014/main" id="{1B0CF634-D8CB-DBC3-F25B-73D82F5F04EE}"/>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 name="Freeform: Shape 39">
                <a:extLst>
                  <a:ext uri="{FF2B5EF4-FFF2-40B4-BE49-F238E27FC236}">
                    <a16:creationId xmlns:a16="http://schemas.microsoft.com/office/drawing/2014/main" id="{CE20C10B-7A5C-FCD5-A56A-3E8D6CFD8375}"/>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 name="Freeform: Shape 40">
                <a:extLst>
                  <a:ext uri="{FF2B5EF4-FFF2-40B4-BE49-F238E27FC236}">
                    <a16:creationId xmlns:a16="http://schemas.microsoft.com/office/drawing/2014/main" id="{F8AF00F5-EED0-21A7-8B98-BDEF00AE0DB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 name="Freeform: Shape 41">
                <a:extLst>
                  <a:ext uri="{FF2B5EF4-FFF2-40B4-BE49-F238E27FC236}">
                    <a16:creationId xmlns:a16="http://schemas.microsoft.com/office/drawing/2014/main" id="{711BB942-BB01-1CE5-40DF-EF55E64B03D5}"/>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 name="Freeform: Shape 42">
                <a:extLst>
                  <a:ext uri="{FF2B5EF4-FFF2-40B4-BE49-F238E27FC236}">
                    <a16:creationId xmlns:a16="http://schemas.microsoft.com/office/drawing/2014/main" id="{3403EF90-12E1-29AF-EC45-BFAA60986920}"/>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 name="Freeform: Shape 43">
                <a:extLst>
                  <a:ext uri="{FF2B5EF4-FFF2-40B4-BE49-F238E27FC236}">
                    <a16:creationId xmlns:a16="http://schemas.microsoft.com/office/drawing/2014/main" id="{61F99D1C-57D6-63A7-D311-0C6F43446138}"/>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 name="Freeform: Shape 44">
                <a:extLst>
                  <a:ext uri="{FF2B5EF4-FFF2-40B4-BE49-F238E27FC236}">
                    <a16:creationId xmlns:a16="http://schemas.microsoft.com/office/drawing/2014/main" id="{CD6AE700-3F2E-5704-CBD3-CBF98B9F0947}"/>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 name="Freeform: Shape 45">
                <a:extLst>
                  <a:ext uri="{FF2B5EF4-FFF2-40B4-BE49-F238E27FC236}">
                    <a16:creationId xmlns:a16="http://schemas.microsoft.com/office/drawing/2014/main" id="{4AB3E22B-7746-04DD-6C98-F11B74BCC2CE}"/>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 name="Freeform: Shape 46">
                <a:extLst>
                  <a:ext uri="{FF2B5EF4-FFF2-40B4-BE49-F238E27FC236}">
                    <a16:creationId xmlns:a16="http://schemas.microsoft.com/office/drawing/2014/main" id="{11DB8886-046C-1257-5A9F-D30726490745}"/>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 name="Freeform: Shape 47">
                <a:extLst>
                  <a:ext uri="{FF2B5EF4-FFF2-40B4-BE49-F238E27FC236}">
                    <a16:creationId xmlns:a16="http://schemas.microsoft.com/office/drawing/2014/main" id="{2DE0278E-E0AF-364F-2BF5-013C22A301C7}"/>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 name="Freeform: Shape 48">
                <a:extLst>
                  <a:ext uri="{FF2B5EF4-FFF2-40B4-BE49-F238E27FC236}">
                    <a16:creationId xmlns:a16="http://schemas.microsoft.com/office/drawing/2014/main" id="{B3D35989-3F44-13F4-4326-B5C5CBBC3E75}"/>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 name="Freeform: Shape 49">
                <a:extLst>
                  <a:ext uri="{FF2B5EF4-FFF2-40B4-BE49-F238E27FC236}">
                    <a16:creationId xmlns:a16="http://schemas.microsoft.com/office/drawing/2014/main" id="{1DEC1855-DDA4-39A4-B549-6D33371875D2}"/>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 name="Freeform: Shape 50">
                <a:extLst>
                  <a:ext uri="{FF2B5EF4-FFF2-40B4-BE49-F238E27FC236}">
                    <a16:creationId xmlns:a16="http://schemas.microsoft.com/office/drawing/2014/main" id="{48A18DFB-8936-E344-9AD5-249FDF31F1C1}"/>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 name="Freeform: Shape 51">
                <a:extLst>
                  <a:ext uri="{FF2B5EF4-FFF2-40B4-BE49-F238E27FC236}">
                    <a16:creationId xmlns:a16="http://schemas.microsoft.com/office/drawing/2014/main" id="{A321C4A4-38CD-57A9-264E-300A972058D3}"/>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 name="Freeform: Shape 52">
                <a:extLst>
                  <a:ext uri="{FF2B5EF4-FFF2-40B4-BE49-F238E27FC236}">
                    <a16:creationId xmlns:a16="http://schemas.microsoft.com/office/drawing/2014/main" id="{A290BD66-BEE1-EF93-2E48-1D4A40C36486}"/>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 name="Freeform: Shape 53">
                <a:extLst>
                  <a:ext uri="{FF2B5EF4-FFF2-40B4-BE49-F238E27FC236}">
                    <a16:creationId xmlns:a16="http://schemas.microsoft.com/office/drawing/2014/main" id="{8D4E7B2E-393C-4E5E-2573-AB5FB8577110}"/>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 name="Freeform: Shape 54">
                <a:extLst>
                  <a:ext uri="{FF2B5EF4-FFF2-40B4-BE49-F238E27FC236}">
                    <a16:creationId xmlns:a16="http://schemas.microsoft.com/office/drawing/2014/main" id="{6D8E99E5-ED7D-200B-3116-468D2F61EA52}"/>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 name="Freeform: Shape 55">
                <a:extLst>
                  <a:ext uri="{FF2B5EF4-FFF2-40B4-BE49-F238E27FC236}">
                    <a16:creationId xmlns:a16="http://schemas.microsoft.com/office/drawing/2014/main" id="{D6B64D30-2193-8901-32CA-AFC56A22FF7C}"/>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 name="Freeform: Shape 56">
                <a:extLst>
                  <a:ext uri="{FF2B5EF4-FFF2-40B4-BE49-F238E27FC236}">
                    <a16:creationId xmlns:a16="http://schemas.microsoft.com/office/drawing/2014/main" id="{4B368972-EA04-0092-900E-5A8EA578ECCE}"/>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 name="Freeform: Shape 57">
                <a:extLst>
                  <a:ext uri="{FF2B5EF4-FFF2-40B4-BE49-F238E27FC236}">
                    <a16:creationId xmlns:a16="http://schemas.microsoft.com/office/drawing/2014/main" id="{58230265-F8B0-6257-FF62-0CA5D29D65C7}"/>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 name="Freeform: Shape 58">
                <a:extLst>
                  <a:ext uri="{FF2B5EF4-FFF2-40B4-BE49-F238E27FC236}">
                    <a16:creationId xmlns:a16="http://schemas.microsoft.com/office/drawing/2014/main" id="{DFFC2A62-0BF4-1134-43FF-F7D411381C07}"/>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 name="Freeform: Shape 59">
                <a:extLst>
                  <a:ext uri="{FF2B5EF4-FFF2-40B4-BE49-F238E27FC236}">
                    <a16:creationId xmlns:a16="http://schemas.microsoft.com/office/drawing/2014/main" id="{2D4B6448-0AC6-B567-4577-6EE7DD4DF0EF}"/>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 name="Freeform: Shape 60">
                <a:extLst>
                  <a:ext uri="{FF2B5EF4-FFF2-40B4-BE49-F238E27FC236}">
                    <a16:creationId xmlns:a16="http://schemas.microsoft.com/office/drawing/2014/main" id="{7528D004-857B-8CCF-2466-D412A8A69A71}"/>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 name="Freeform: Shape 61">
                <a:extLst>
                  <a:ext uri="{FF2B5EF4-FFF2-40B4-BE49-F238E27FC236}">
                    <a16:creationId xmlns:a16="http://schemas.microsoft.com/office/drawing/2014/main" id="{71EFDEDA-F570-D20F-3F97-CD5C138C5B2F}"/>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 name="Freeform: Shape 63">
                <a:extLst>
                  <a:ext uri="{FF2B5EF4-FFF2-40B4-BE49-F238E27FC236}">
                    <a16:creationId xmlns:a16="http://schemas.microsoft.com/office/drawing/2014/main" id="{9FD814F8-12E1-C185-F666-71F660CF4827}"/>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 name="Freeform: Shape 64">
                <a:extLst>
                  <a:ext uri="{FF2B5EF4-FFF2-40B4-BE49-F238E27FC236}">
                    <a16:creationId xmlns:a16="http://schemas.microsoft.com/office/drawing/2014/main" id="{3E8FFDAE-5C27-6ABA-3A06-F10506B4F273}"/>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6" name="Freeform: Shape 65">
                <a:extLst>
                  <a:ext uri="{FF2B5EF4-FFF2-40B4-BE49-F238E27FC236}">
                    <a16:creationId xmlns:a16="http://schemas.microsoft.com/office/drawing/2014/main" id="{E3ADCA98-5839-C854-79D2-A55E5E1EE1D2}"/>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7" name="Freeform: Shape 66">
                <a:extLst>
                  <a:ext uri="{FF2B5EF4-FFF2-40B4-BE49-F238E27FC236}">
                    <a16:creationId xmlns:a16="http://schemas.microsoft.com/office/drawing/2014/main" id="{D97363B7-ECB9-5D0B-1381-C6A3C6883ED3}"/>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8" name="Freeform: Shape 67">
                <a:extLst>
                  <a:ext uri="{FF2B5EF4-FFF2-40B4-BE49-F238E27FC236}">
                    <a16:creationId xmlns:a16="http://schemas.microsoft.com/office/drawing/2014/main" id="{DBFCBDE0-CBE2-84F4-97A0-FA94524D00C4}"/>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9" name="Freeform: Shape 68">
                <a:extLst>
                  <a:ext uri="{FF2B5EF4-FFF2-40B4-BE49-F238E27FC236}">
                    <a16:creationId xmlns:a16="http://schemas.microsoft.com/office/drawing/2014/main" id="{7A606282-E47D-6740-1C07-F247B7692EDB}"/>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0" name="Freeform: Shape 69">
                <a:extLst>
                  <a:ext uri="{FF2B5EF4-FFF2-40B4-BE49-F238E27FC236}">
                    <a16:creationId xmlns:a16="http://schemas.microsoft.com/office/drawing/2014/main" id="{6A436CEC-A0A7-2CB9-30A1-85AFF9BFA056}"/>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1" name="Freeform: Shape 70">
                <a:extLst>
                  <a:ext uri="{FF2B5EF4-FFF2-40B4-BE49-F238E27FC236}">
                    <a16:creationId xmlns:a16="http://schemas.microsoft.com/office/drawing/2014/main" id="{54D5057C-89B3-4E57-2FDC-4BEE70F84938}"/>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2" name="Freeform: Shape 71">
                <a:extLst>
                  <a:ext uri="{FF2B5EF4-FFF2-40B4-BE49-F238E27FC236}">
                    <a16:creationId xmlns:a16="http://schemas.microsoft.com/office/drawing/2014/main" id="{4EC13A31-78AF-63E4-17A4-531E56D3B7D9}"/>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3" name="Freeform: Shape 72">
                <a:extLst>
                  <a:ext uri="{FF2B5EF4-FFF2-40B4-BE49-F238E27FC236}">
                    <a16:creationId xmlns:a16="http://schemas.microsoft.com/office/drawing/2014/main" id="{0CD57907-69E0-C060-20F9-B5EC8BF7B868}"/>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4" name="Freeform: Shape 73">
                <a:extLst>
                  <a:ext uri="{FF2B5EF4-FFF2-40B4-BE49-F238E27FC236}">
                    <a16:creationId xmlns:a16="http://schemas.microsoft.com/office/drawing/2014/main" id="{ED289060-3C5F-FB08-8C41-9A1E7ABAF212}"/>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5" name="Freeform: Shape 74">
                <a:extLst>
                  <a:ext uri="{FF2B5EF4-FFF2-40B4-BE49-F238E27FC236}">
                    <a16:creationId xmlns:a16="http://schemas.microsoft.com/office/drawing/2014/main" id="{4C9F422C-8E30-D83C-723C-81B940BA66C2}"/>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6" name="Freeform: Shape 75">
                <a:extLst>
                  <a:ext uri="{FF2B5EF4-FFF2-40B4-BE49-F238E27FC236}">
                    <a16:creationId xmlns:a16="http://schemas.microsoft.com/office/drawing/2014/main" id="{44A1CCA3-D931-F7D0-65E6-A4E98E63FAB6}"/>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7" name="Freeform: Shape 76">
                <a:extLst>
                  <a:ext uri="{FF2B5EF4-FFF2-40B4-BE49-F238E27FC236}">
                    <a16:creationId xmlns:a16="http://schemas.microsoft.com/office/drawing/2014/main" id="{9141DF62-17DE-8D5D-F8D9-AAB23EDD19A6}"/>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8" name="Freeform: Shape 77">
                <a:extLst>
                  <a:ext uri="{FF2B5EF4-FFF2-40B4-BE49-F238E27FC236}">
                    <a16:creationId xmlns:a16="http://schemas.microsoft.com/office/drawing/2014/main" id="{6254EE29-DBDE-DEE8-5044-4E87686DD424}"/>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79" name="Freeform: Shape 78">
                <a:extLst>
                  <a:ext uri="{FF2B5EF4-FFF2-40B4-BE49-F238E27FC236}">
                    <a16:creationId xmlns:a16="http://schemas.microsoft.com/office/drawing/2014/main" id="{280C8F31-C10C-7883-070B-49D7F83CC43B}"/>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0" name="Freeform: Shape 79">
                <a:extLst>
                  <a:ext uri="{FF2B5EF4-FFF2-40B4-BE49-F238E27FC236}">
                    <a16:creationId xmlns:a16="http://schemas.microsoft.com/office/drawing/2014/main" id="{DA44952E-41BB-CE2E-8C37-468B88931857}"/>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1" name="Freeform: Shape 80">
                <a:extLst>
                  <a:ext uri="{FF2B5EF4-FFF2-40B4-BE49-F238E27FC236}">
                    <a16:creationId xmlns:a16="http://schemas.microsoft.com/office/drawing/2014/main" id="{153F64CE-3E23-1A18-3C78-C7809F74BAC4}"/>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2" name="Freeform: Shape 81">
                <a:extLst>
                  <a:ext uri="{FF2B5EF4-FFF2-40B4-BE49-F238E27FC236}">
                    <a16:creationId xmlns:a16="http://schemas.microsoft.com/office/drawing/2014/main" id="{1C674191-1654-5303-46C7-23BAA5FD155E}"/>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3" name="Freeform: Shape 82">
                <a:extLst>
                  <a:ext uri="{FF2B5EF4-FFF2-40B4-BE49-F238E27FC236}">
                    <a16:creationId xmlns:a16="http://schemas.microsoft.com/office/drawing/2014/main" id="{A76C35FB-3D47-E92E-412C-B4A74BB6064C}"/>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4" name="Freeform: Shape 83">
                <a:extLst>
                  <a:ext uri="{FF2B5EF4-FFF2-40B4-BE49-F238E27FC236}">
                    <a16:creationId xmlns:a16="http://schemas.microsoft.com/office/drawing/2014/main" id="{6A702494-8531-3CDC-B5C7-DE1323486823}"/>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5" name="Freeform: Shape 84">
                <a:extLst>
                  <a:ext uri="{FF2B5EF4-FFF2-40B4-BE49-F238E27FC236}">
                    <a16:creationId xmlns:a16="http://schemas.microsoft.com/office/drawing/2014/main" id="{C8B5C6DA-7E1E-983B-5626-93FB45CC2AB2}"/>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6" name="Freeform: Shape 85">
                <a:extLst>
                  <a:ext uri="{FF2B5EF4-FFF2-40B4-BE49-F238E27FC236}">
                    <a16:creationId xmlns:a16="http://schemas.microsoft.com/office/drawing/2014/main" id="{19541364-C6BD-BA25-4765-84F000702A53}"/>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7" name="Freeform: Shape 86">
                <a:extLst>
                  <a:ext uri="{FF2B5EF4-FFF2-40B4-BE49-F238E27FC236}">
                    <a16:creationId xmlns:a16="http://schemas.microsoft.com/office/drawing/2014/main" id="{B247F602-B6D5-5729-AA20-14D643A25222}"/>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8" name="Freeform: Shape 87">
                <a:extLst>
                  <a:ext uri="{FF2B5EF4-FFF2-40B4-BE49-F238E27FC236}">
                    <a16:creationId xmlns:a16="http://schemas.microsoft.com/office/drawing/2014/main" id="{AEBDBF86-BBCD-9749-DA6E-D821638D8F5E}"/>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89" name="Freeform: Shape 88">
                <a:extLst>
                  <a:ext uri="{FF2B5EF4-FFF2-40B4-BE49-F238E27FC236}">
                    <a16:creationId xmlns:a16="http://schemas.microsoft.com/office/drawing/2014/main" id="{7BCC48D2-5C16-D1D3-1618-73CB66D2894A}"/>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0" name="Freeform: Shape 89">
                <a:extLst>
                  <a:ext uri="{FF2B5EF4-FFF2-40B4-BE49-F238E27FC236}">
                    <a16:creationId xmlns:a16="http://schemas.microsoft.com/office/drawing/2014/main" id="{EE80E0B3-9E99-3B85-A0C8-669629ED2CF6}"/>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1" name="Freeform: Shape 90">
                <a:extLst>
                  <a:ext uri="{FF2B5EF4-FFF2-40B4-BE49-F238E27FC236}">
                    <a16:creationId xmlns:a16="http://schemas.microsoft.com/office/drawing/2014/main" id="{95414477-5CD5-F423-59D5-9A562E7B214E}"/>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2" name="Freeform: Shape 91">
                <a:extLst>
                  <a:ext uri="{FF2B5EF4-FFF2-40B4-BE49-F238E27FC236}">
                    <a16:creationId xmlns:a16="http://schemas.microsoft.com/office/drawing/2014/main" id="{5AF3CB00-576F-69C4-C4C8-EA1F8BD152C2}"/>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3" name="Freeform: Shape 92">
                <a:extLst>
                  <a:ext uri="{FF2B5EF4-FFF2-40B4-BE49-F238E27FC236}">
                    <a16:creationId xmlns:a16="http://schemas.microsoft.com/office/drawing/2014/main" id="{B50D01B5-1301-95A8-F2A3-F72BC93E6733}"/>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4" name="Freeform: Shape 93">
                <a:extLst>
                  <a:ext uri="{FF2B5EF4-FFF2-40B4-BE49-F238E27FC236}">
                    <a16:creationId xmlns:a16="http://schemas.microsoft.com/office/drawing/2014/main" id="{ECEE6DED-99B5-8555-6A17-195F3E6CF3F9}"/>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5" name="Freeform: Shape 94">
                <a:extLst>
                  <a:ext uri="{FF2B5EF4-FFF2-40B4-BE49-F238E27FC236}">
                    <a16:creationId xmlns:a16="http://schemas.microsoft.com/office/drawing/2014/main" id="{760C2AA9-71AB-0927-478A-3296AF279896}"/>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6" name="Freeform: Shape 95">
                <a:extLst>
                  <a:ext uri="{FF2B5EF4-FFF2-40B4-BE49-F238E27FC236}">
                    <a16:creationId xmlns:a16="http://schemas.microsoft.com/office/drawing/2014/main" id="{17325416-1E6C-E5A9-03D3-B73471CE866C}"/>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7" name="Freeform: Shape 96">
                <a:extLst>
                  <a:ext uri="{FF2B5EF4-FFF2-40B4-BE49-F238E27FC236}">
                    <a16:creationId xmlns:a16="http://schemas.microsoft.com/office/drawing/2014/main" id="{9A23693C-ACDC-6FE4-F89A-B9C0AA32CA95}"/>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8" name="Freeform: Shape 97">
                <a:extLst>
                  <a:ext uri="{FF2B5EF4-FFF2-40B4-BE49-F238E27FC236}">
                    <a16:creationId xmlns:a16="http://schemas.microsoft.com/office/drawing/2014/main" id="{1FD25CA0-6A31-FBF3-90B2-5C83563D11D5}"/>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99" name="Freeform: Shape 98">
                <a:extLst>
                  <a:ext uri="{FF2B5EF4-FFF2-40B4-BE49-F238E27FC236}">
                    <a16:creationId xmlns:a16="http://schemas.microsoft.com/office/drawing/2014/main" id="{31946070-2FCF-F43D-1826-410F355438C6}"/>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0" name="Freeform: Shape 99">
                <a:extLst>
                  <a:ext uri="{FF2B5EF4-FFF2-40B4-BE49-F238E27FC236}">
                    <a16:creationId xmlns:a16="http://schemas.microsoft.com/office/drawing/2014/main" id="{844941D1-1306-17EE-007B-BF9D72D7ED57}"/>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1" name="Freeform: Shape 100">
                <a:extLst>
                  <a:ext uri="{FF2B5EF4-FFF2-40B4-BE49-F238E27FC236}">
                    <a16:creationId xmlns:a16="http://schemas.microsoft.com/office/drawing/2014/main" id="{A54D7898-B05D-3ECF-B9D9-4BF858EEFE3C}"/>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2" name="Freeform: Shape 101">
                <a:extLst>
                  <a:ext uri="{FF2B5EF4-FFF2-40B4-BE49-F238E27FC236}">
                    <a16:creationId xmlns:a16="http://schemas.microsoft.com/office/drawing/2014/main" id="{E5D27AC0-C584-5F8C-90F3-6A26C41E308B}"/>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3" name="Freeform: Shape 102">
                <a:extLst>
                  <a:ext uri="{FF2B5EF4-FFF2-40B4-BE49-F238E27FC236}">
                    <a16:creationId xmlns:a16="http://schemas.microsoft.com/office/drawing/2014/main" id="{A13521B8-9A27-9720-C9AA-97D975DCC000}"/>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4" name="Freeform: Shape 103">
                <a:extLst>
                  <a:ext uri="{FF2B5EF4-FFF2-40B4-BE49-F238E27FC236}">
                    <a16:creationId xmlns:a16="http://schemas.microsoft.com/office/drawing/2014/main" id="{6221D860-A297-7BF4-BAD5-D7E1E6828F26}"/>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5" name="Freeform: Shape 104">
                <a:extLst>
                  <a:ext uri="{FF2B5EF4-FFF2-40B4-BE49-F238E27FC236}">
                    <a16:creationId xmlns:a16="http://schemas.microsoft.com/office/drawing/2014/main" id="{FD287629-1362-CF4B-0326-84A585DDF711}"/>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6" name="Freeform: Shape 105">
                <a:extLst>
                  <a:ext uri="{FF2B5EF4-FFF2-40B4-BE49-F238E27FC236}">
                    <a16:creationId xmlns:a16="http://schemas.microsoft.com/office/drawing/2014/main" id="{3C3B0970-B8D6-C0AA-7F7F-0873DE3548E4}"/>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7" name="Freeform: Shape 106">
                <a:extLst>
                  <a:ext uri="{FF2B5EF4-FFF2-40B4-BE49-F238E27FC236}">
                    <a16:creationId xmlns:a16="http://schemas.microsoft.com/office/drawing/2014/main" id="{5C7B5FA7-62BE-0CEE-900D-3820AFB34D12}"/>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8" name="Freeform: Shape 107">
                <a:extLst>
                  <a:ext uri="{FF2B5EF4-FFF2-40B4-BE49-F238E27FC236}">
                    <a16:creationId xmlns:a16="http://schemas.microsoft.com/office/drawing/2014/main" id="{8D78C12C-DE9E-FC36-6DC5-2EC9A942676E}"/>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09" name="Freeform: Shape 108">
                <a:extLst>
                  <a:ext uri="{FF2B5EF4-FFF2-40B4-BE49-F238E27FC236}">
                    <a16:creationId xmlns:a16="http://schemas.microsoft.com/office/drawing/2014/main" id="{95535188-1B3F-4C67-6597-EDBC08208812}"/>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0" name="Freeform: Shape 109">
                <a:extLst>
                  <a:ext uri="{FF2B5EF4-FFF2-40B4-BE49-F238E27FC236}">
                    <a16:creationId xmlns:a16="http://schemas.microsoft.com/office/drawing/2014/main" id="{82996F76-BC16-8579-F24E-3E75A05CD248}"/>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1" name="Freeform: Shape 110">
                <a:extLst>
                  <a:ext uri="{FF2B5EF4-FFF2-40B4-BE49-F238E27FC236}">
                    <a16:creationId xmlns:a16="http://schemas.microsoft.com/office/drawing/2014/main" id="{13FF34F2-AE65-700C-E199-714E61563C69}"/>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2" name="Freeform: Shape 111">
                <a:extLst>
                  <a:ext uri="{FF2B5EF4-FFF2-40B4-BE49-F238E27FC236}">
                    <a16:creationId xmlns:a16="http://schemas.microsoft.com/office/drawing/2014/main" id="{1BC87EA6-48A0-79F4-34B4-F285BBEB2541}"/>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3" name="Freeform: Shape 112">
                <a:extLst>
                  <a:ext uri="{FF2B5EF4-FFF2-40B4-BE49-F238E27FC236}">
                    <a16:creationId xmlns:a16="http://schemas.microsoft.com/office/drawing/2014/main" id="{F7BF3BC5-4089-AA79-5801-6EA0DC6A1407}"/>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4" name="Freeform: Shape 113">
                <a:extLst>
                  <a:ext uri="{FF2B5EF4-FFF2-40B4-BE49-F238E27FC236}">
                    <a16:creationId xmlns:a16="http://schemas.microsoft.com/office/drawing/2014/main" id="{37BC5F39-BE69-3979-C1D4-6A6A2D4C18F0}"/>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5" name="Freeform: Shape 114">
                <a:extLst>
                  <a:ext uri="{FF2B5EF4-FFF2-40B4-BE49-F238E27FC236}">
                    <a16:creationId xmlns:a16="http://schemas.microsoft.com/office/drawing/2014/main" id="{318098AD-536F-A834-F4A3-1BE6619314B1}"/>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6" name="Freeform: Shape 115">
                <a:extLst>
                  <a:ext uri="{FF2B5EF4-FFF2-40B4-BE49-F238E27FC236}">
                    <a16:creationId xmlns:a16="http://schemas.microsoft.com/office/drawing/2014/main" id="{013497A9-9C55-A51C-6A38-D012B412A994}"/>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7" name="Freeform: Shape 116">
                <a:extLst>
                  <a:ext uri="{FF2B5EF4-FFF2-40B4-BE49-F238E27FC236}">
                    <a16:creationId xmlns:a16="http://schemas.microsoft.com/office/drawing/2014/main" id="{16EF3D84-EB84-7E34-4A96-0C1131C798AA}"/>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8" name="Freeform: Shape 117">
                <a:extLst>
                  <a:ext uri="{FF2B5EF4-FFF2-40B4-BE49-F238E27FC236}">
                    <a16:creationId xmlns:a16="http://schemas.microsoft.com/office/drawing/2014/main" id="{50E95746-CB2B-9659-5DED-83B7721779F7}"/>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19" name="Freeform: Shape 118">
                <a:extLst>
                  <a:ext uri="{FF2B5EF4-FFF2-40B4-BE49-F238E27FC236}">
                    <a16:creationId xmlns:a16="http://schemas.microsoft.com/office/drawing/2014/main" id="{9F28E567-B7C2-C6F9-CB1A-B0CBE79E8C3B}"/>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1" name="Freeform: Shape 120">
                <a:extLst>
                  <a:ext uri="{FF2B5EF4-FFF2-40B4-BE49-F238E27FC236}">
                    <a16:creationId xmlns:a16="http://schemas.microsoft.com/office/drawing/2014/main" id="{35B3F5EF-1C70-BD0E-7D0A-1C027B72B595}"/>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2" name="Freeform: Shape 121">
                <a:extLst>
                  <a:ext uri="{FF2B5EF4-FFF2-40B4-BE49-F238E27FC236}">
                    <a16:creationId xmlns:a16="http://schemas.microsoft.com/office/drawing/2014/main" id="{A7CBA20B-1187-93BD-B8E5-452AEFE363A2}"/>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3" name="Freeform: Shape 122">
                <a:extLst>
                  <a:ext uri="{FF2B5EF4-FFF2-40B4-BE49-F238E27FC236}">
                    <a16:creationId xmlns:a16="http://schemas.microsoft.com/office/drawing/2014/main" id="{9C53C1C5-B1B7-D254-68C9-2BA9796C89C0}"/>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4" name="Freeform: Shape 123">
                <a:extLst>
                  <a:ext uri="{FF2B5EF4-FFF2-40B4-BE49-F238E27FC236}">
                    <a16:creationId xmlns:a16="http://schemas.microsoft.com/office/drawing/2014/main" id="{685A511B-48C3-01A5-5909-6DAB252EBB87}"/>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5" name="Freeform: Shape 124">
                <a:extLst>
                  <a:ext uri="{FF2B5EF4-FFF2-40B4-BE49-F238E27FC236}">
                    <a16:creationId xmlns:a16="http://schemas.microsoft.com/office/drawing/2014/main" id="{3F47C259-6417-8280-3282-98305E9B98DA}"/>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6" name="Freeform: Shape 125">
                <a:extLst>
                  <a:ext uri="{FF2B5EF4-FFF2-40B4-BE49-F238E27FC236}">
                    <a16:creationId xmlns:a16="http://schemas.microsoft.com/office/drawing/2014/main" id="{98FCF817-E27F-071C-07E0-9FA7C94C424B}"/>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7" name="Freeform: Shape 126">
                <a:extLst>
                  <a:ext uri="{FF2B5EF4-FFF2-40B4-BE49-F238E27FC236}">
                    <a16:creationId xmlns:a16="http://schemas.microsoft.com/office/drawing/2014/main" id="{65E293FF-D420-1B11-3F8B-217EEEFCB0CA}"/>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8" name="Freeform: Shape 127">
                <a:extLst>
                  <a:ext uri="{FF2B5EF4-FFF2-40B4-BE49-F238E27FC236}">
                    <a16:creationId xmlns:a16="http://schemas.microsoft.com/office/drawing/2014/main" id="{615938EC-A4DE-7212-A873-1546B24D673B}"/>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29" name="Freeform: Shape 128">
                <a:extLst>
                  <a:ext uri="{FF2B5EF4-FFF2-40B4-BE49-F238E27FC236}">
                    <a16:creationId xmlns:a16="http://schemas.microsoft.com/office/drawing/2014/main" id="{7CC29037-650D-FDCC-A768-9639C9DE13D3}"/>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0" name="Freeform: Shape 129">
                <a:extLst>
                  <a:ext uri="{FF2B5EF4-FFF2-40B4-BE49-F238E27FC236}">
                    <a16:creationId xmlns:a16="http://schemas.microsoft.com/office/drawing/2014/main" id="{B90D7F81-F623-5082-D6F6-DFF95FCF9718}"/>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1" name="Freeform: Shape 130">
                <a:extLst>
                  <a:ext uri="{FF2B5EF4-FFF2-40B4-BE49-F238E27FC236}">
                    <a16:creationId xmlns:a16="http://schemas.microsoft.com/office/drawing/2014/main" id="{A83DEDCF-6FDA-610D-58F2-B4BAEBFC7EE4}"/>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2" name="Freeform: Shape 131">
                <a:extLst>
                  <a:ext uri="{FF2B5EF4-FFF2-40B4-BE49-F238E27FC236}">
                    <a16:creationId xmlns:a16="http://schemas.microsoft.com/office/drawing/2014/main" id="{2F8944F7-9DAB-AE62-4C36-C6D8C2F0778F}"/>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3" name="Freeform: Shape 132">
                <a:extLst>
                  <a:ext uri="{FF2B5EF4-FFF2-40B4-BE49-F238E27FC236}">
                    <a16:creationId xmlns:a16="http://schemas.microsoft.com/office/drawing/2014/main" id="{9E42BC19-8487-986A-19BC-F35F12CB25D1}"/>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4" name="Freeform: Shape 133">
                <a:extLst>
                  <a:ext uri="{FF2B5EF4-FFF2-40B4-BE49-F238E27FC236}">
                    <a16:creationId xmlns:a16="http://schemas.microsoft.com/office/drawing/2014/main" id="{E061B6BC-E1BE-62E4-4EC8-5D1234322CE8}"/>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5" name="Freeform: Shape 134">
                <a:extLst>
                  <a:ext uri="{FF2B5EF4-FFF2-40B4-BE49-F238E27FC236}">
                    <a16:creationId xmlns:a16="http://schemas.microsoft.com/office/drawing/2014/main" id="{2175DF2E-5252-2701-8BAE-809F1941EB54}"/>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6" name="Freeform: Shape 135">
                <a:extLst>
                  <a:ext uri="{FF2B5EF4-FFF2-40B4-BE49-F238E27FC236}">
                    <a16:creationId xmlns:a16="http://schemas.microsoft.com/office/drawing/2014/main" id="{3784F60D-A995-95A8-A9CE-6FDE9D75F5EC}"/>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7" name="Freeform: Shape 136">
                <a:extLst>
                  <a:ext uri="{FF2B5EF4-FFF2-40B4-BE49-F238E27FC236}">
                    <a16:creationId xmlns:a16="http://schemas.microsoft.com/office/drawing/2014/main" id="{2789DDAB-6C9D-F64D-90F0-8F381D546484}"/>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8" name="Freeform: Shape 137">
                <a:extLst>
                  <a:ext uri="{FF2B5EF4-FFF2-40B4-BE49-F238E27FC236}">
                    <a16:creationId xmlns:a16="http://schemas.microsoft.com/office/drawing/2014/main" id="{FEA9AA88-1808-CD68-4A2E-2BB88D045923}"/>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39" name="Freeform: Shape 138">
                <a:extLst>
                  <a:ext uri="{FF2B5EF4-FFF2-40B4-BE49-F238E27FC236}">
                    <a16:creationId xmlns:a16="http://schemas.microsoft.com/office/drawing/2014/main" id="{98D80CA6-2C45-D9FA-E83E-0953E5509027}"/>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0" name="Freeform: Shape 139">
                <a:extLst>
                  <a:ext uri="{FF2B5EF4-FFF2-40B4-BE49-F238E27FC236}">
                    <a16:creationId xmlns:a16="http://schemas.microsoft.com/office/drawing/2014/main" id="{AEF17DCE-2816-27E2-E934-48FA70DD8CA1}"/>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1" name="Freeform: Shape 140">
                <a:extLst>
                  <a:ext uri="{FF2B5EF4-FFF2-40B4-BE49-F238E27FC236}">
                    <a16:creationId xmlns:a16="http://schemas.microsoft.com/office/drawing/2014/main" id="{5448F65B-4400-C8D9-4947-1E6C8BB0D34B}"/>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2" name="Freeform: Shape 141">
                <a:extLst>
                  <a:ext uri="{FF2B5EF4-FFF2-40B4-BE49-F238E27FC236}">
                    <a16:creationId xmlns:a16="http://schemas.microsoft.com/office/drawing/2014/main" id="{C2D305EF-F353-001E-4800-5C67F3B4CCAE}"/>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3" name="Freeform: Shape 142">
                <a:extLst>
                  <a:ext uri="{FF2B5EF4-FFF2-40B4-BE49-F238E27FC236}">
                    <a16:creationId xmlns:a16="http://schemas.microsoft.com/office/drawing/2014/main" id="{ED78FAE2-03E3-3A5D-1D6F-2B6E9DC9C030}"/>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4" name="Freeform: Shape 143">
                <a:extLst>
                  <a:ext uri="{FF2B5EF4-FFF2-40B4-BE49-F238E27FC236}">
                    <a16:creationId xmlns:a16="http://schemas.microsoft.com/office/drawing/2014/main" id="{DA7FBEA1-00C1-A783-7FB7-9A5DFA913860}"/>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5" name="Freeform: Shape 144">
                <a:extLst>
                  <a:ext uri="{FF2B5EF4-FFF2-40B4-BE49-F238E27FC236}">
                    <a16:creationId xmlns:a16="http://schemas.microsoft.com/office/drawing/2014/main" id="{DB6F5997-0188-778F-3CE4-551FC1CD4ABB}"/>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6" name="Freeform: Shape 145">
                <a:extLst>
                  <a:ext uri="{FF2B5EF4-FFF2-40B4-BE49-F238E27FC236}">
                    <a16:creationId xmlns:a16="http://schemas.microsoft.com/office/drawing/2014/main" id="{E23D559F-5607-0F53-FCC5-4D4F732B429B}"/>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7" name="Freeform: Shape 146">
                <a:extLst>
                  <a:ext uri="{FF2B5EF4-FFF2-40B4-BE49-F238E27FC236}">
                    <a16:creationId xmlns:a16="http://schemas.microsoft.com/office/drawing/2014/main" id="{0DF707B3-2D93-96A0-5872-A3B3FDED0D4F}"/>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8" name="Freeform: Shape 147">
                <a:extLst>
                  <a:ext uri="{FF2B5EF4-FFF2-40B4-BE49-F238E27FC236}">
                    <a16:creationId xmlns:a16="http://schemas.microsoft.com/office/drawing/2014/main" id="{17779D54-F294-CC07-B3C8-62EC467147C3}"/>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49" name="Freeform: Shape 148">
                <a:extLst>
                  <a:ext uri="{FF2B5EF4-FFF2-40B4-BE49-F238E27FC236}">
                    <a16:creationId xmlns:a16="http://schemas.microsoft.com/office/drawing/2014/main" id="{9F92D4BB-8E66-6FF3-7637-61A0ED8E05A3}"/>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0" name="Freeform: Shape 149">
                <a:extLst>
                  <a:ext uri="{FF2B5EF4-FFF2-40B4-BE49-F238E27FC236}">
                    <a16:creationId xmlns:a16="http://schemas.microsoft.com/office/drawing/2014/main" id="{5EF428D1-8DEC-7AD3-988F-AE807625C52A}"/>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1" name="Freeform: Shape 150">
                <a:extLst>
                  <a:ext uri="{FF2B5EF4-FFF2-40B4-BE49-F238E27FC236}">
                    <a16:creationId xmlns:a16="http://schemas.microsoft.com/office/drawing/2014/main" id="{1344912F-1352-17FD-D1D4-FE96CE692DC6}"/>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2" name="Freeform: Shape 151">
                <a:extLst>
                  <a:ext uri="{FF2B5EF4-FFF2-40B4-BE49-F238E27FC236}">
                    <a16:creationId xmlns:a16="http://schemas.microsoft.com/office/drawing/2014/main" id="{D11255E8-5AD8-DB53-94BA-DEDFD48B3E06}"/>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3" name="Freeform: Shape 152">
                <a:extLst>
                  <a:ext uri="{FF2B5EF4-FFF2-40B4-BE49-F238E27FC236}">
                    <a16:creationId xmlns:a16="http://schemas.microsoft.com/office/drawing/2014/main" id="{3DFFC4A9-E327-7ED6-A16A-8072BFBA15A7}"/>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4" name="Freeform: Shape 153">
                <a:extLst>
                  <a:ext uri="{FF2B5EF4-FFF2-40B4-BE49-F238E27FC236}">
                    <a16:creationId xmlns:a16="http://schemas.microsoft.com/office/drawing/2014/main" id="{FD8E8D07-C9FE-B5CE-013E-D5713B746188}"/>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5" name="Freeform: Shape 154">
                <a:extLst>
                  <a:ext uri="{FF2B5EF4-FFF2-40B4-BE49-F238E27FC236}">
                    <a16:creationId xmlns:a16="http://schemas.microsoft.com/office/drawing/2014/main" id="{E037DED6-0EC7-BC67-C459-AB701FD9EAF4}"/>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6" name="Freeform: Shape 155">
                <a:extLst>
                  <a:ext uri="{FF2B5EF4-FFF2-40B4-BE49-F238E27FC236}">
                    <a16:creationId xmlns:a16="http://schemas.microsoft.com/office/drawing/2014/main" id="{97B1C3C0-F78A-BB9A-57E1-4918E175E2B3}"/>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7" name="Freeform: Shape 156">
                <a:extLst>
                  <a:ext uri="{FF2B5EF4-FFF2-40B4-BE49-F238E27FC236}">
                    <a16:creationId xmlns:a16="http://schemas.microsoft.com/office/drawing/2014/main" id="{0AFD6DE5-F387-0784-73CA-CF6096C4AC23}"/>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8" name="Freeform: Shape 157">
                <a:extLst>
                  <a:ext uri="{FF2B5EF4-FFF2-40B4-BE49-F238E27FC236}">
                    <a16:creationId xmlns:a16="http://schemas.microsoft.com/office/drawing/2014/main" id="{BA511DBA-1FAF-14C3-0D06-58B140060836}"/>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59" name="Freeform: Shape 158">
                <a:extLst>
                  <a:ext uri="{FF2B5EF4-FFF2-40B4-BE49-F238E27FC236}">
                    <a16:creationId xmlns:a16="http://schemas.microsoft.com/office/drawing/2014/main" id="{616208BE-1739-4BFF-F096-7FBA3E4DE729}"/>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0" name="Freeform: Shape 159">
                <a:extLst>
                  <a:ext uri="{FF2B5EF4-FFF2-40B4-BE49-F238E27FC236}">
                    <a16:creationId xmlns:a16="http://schemas.microsoft.com/office/drawing/2014/main" id="{D862F848-99BF-6A21-FF1B-8B06E829F60A}"/>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1" name="Freeform: Shape 160">
                <a:extLst>
                  <a:ext uri="{FF2B5EF4-FFF2-40B4-BE49-F238E27FC236}">
                    <a16:creationId xmlns:a16="http://schemas.microsoft.com/office/drawing/2014/main" id="{41D412F9-FD86-A872-C787-09C318FD8629}"/>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2" name="Freeform: Shape 161">
                <a:extLst>
                  <a:ext uri="{FF2B5EF4-FFF2-40B4-BE49-F238E27FC236}">
                    <a16:creationId xmlns:a16="http://schemas.microsoft.com/office/drawing/2014/main" id="{7FD0CE36-F89E-229E-DB67-E6D6DCE0ED80}"/>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3" name="Freeform: Shape 162">
                <a:extLst>
                  <a:ext uri="{FF2B5EF4-FFF2-40B4-BE49-F238E27FC236}">
                    <a16:creationId xmlns:a16="http://schemas.microsoft.com/office/drawing/2014/main" id="{5EA13EC6-678D-5054-3227-571E4A4F2777}"/>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4" name="Freeform: Shape 163">
                <a:extLst>
                  <a:ext uri="{FF2B5EF4-FFF2-40B4-BE49-F238E27FC236}">
                    <a16:creationId xmlns:a16="http://schemas.microsoft.com/office/drawing/2014/main" id="{8ECF0496-5020-5D86-22C6-4541E41770FF}"/>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5" name="Freeform: Shape 164">
                <a:extLst>
                  <a:ext uri="{FF2B5EF4-FFF2-40B4-BE49-F238E27FC236}">
                    <a16:creationId xmlns:a16="http://schemas.microsoft.com/office/drawing/2014/main" id="{34978B15-5F9C-E2CD-3537-AB6B1C98E324}"/>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7" name="Freeform: Shape 166">
                <a:extLst>
                  <a:ext uri="{FF2B5EF4-FFF2-40B4-BE49-F238E27FC236}">
                    <a16:creationId xmlns:a16="http://schemas.microsoft.com/office/drawing/2014/main" id="{541789C2-24C0-7299-0B0F-4E65C182D81F}"/>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8" name="Freeform: Shape 167">
                <a:extLst>
                  <a:ext uri="{FF2B5EF4-FFF2-40B4-BE49-F238E27FC236}">
                    <a16:creationId xmlns:a16="http://schemas.microsoft.com/office/drawing/2014/main" id="{013B58C6-4DD7-A334-AB79-9640E1DA6072}"/>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69" name="Freeform: Shape 168">
                <a:extLst>
                  <a:ext uri="{FF2B5EF4-FFF2-40B4-BE49-F238E27FC236}">
                    <a16:creationId xmlns:a16="http://schemas.microsoft.com/office/drawing/2014/main" id="{F2A1408C-D61B-577B-7765-2F8014860397}"/>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0" name="Freeform: Shape 169">
                <a:extLst>
                  <a:ext uri="{FF2B5EF4-FFF2-40B4-BE49-F238E27FC236}">
                    <a16:creationId xmlns:a16="http://schemas.microsoft.com/office/drawing/2014/main" id="{4C1B22EE-2D12-D04A-E294-B32FCEC7C909}"/>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1" name="Freeform: Shape 170">
                <a:extLst>
                  <a:ext uri="{FF2B5EF4-FFF2-40B4-BE49-F238E27FC236}">
                    <a16:creationId xmlns:a16="http://schemas.microsoft.com/office/drawing/2014/main" id="{25772952-FC07-EEDB-24CD-F969689B656D}"/>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2" name="Freeform: Shape 171">
                <a:extLst>
                  <a:ext uri="{FF2B5EF4-FFF2-40B4-BE49-F238E27FC236}">
                    <a16:creationId xmlns:a16="http://schemas.microsoft.com/office/drawing/2014/main" id="{1F6D69EA-57A8-3DE4-A79B-33D74783D6DB}"/>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4" name="Freeform: Shape 173">
                <a:extLst>
                  <a:ext uri="{FF2B5EF4-FFF2-40B4-BE49-F238E27FC236}">
                    <a16:creationId xmlns:a16="http://schemas.microsoft.com/office/drawing/2014/main" id="{AF64BA81-C785-67B5-9B46-C3EF0C642031}"/>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5" name="Freeform: Shape 174">
                <a:extLst>
                  <a:ext uri="{FF2B5EF4-FFF2-40B4-BE49-F238E27FC236}">
                    <a16:creationId xmlns:a16="http://schemas.microsoft.com/office/drawing/2014/main" id="{9CA13DFF-7C75-37CE-66D1-9B7E02E27439}"/>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6" name="Freeform: Shape 175">
                <a:extLst>
                  <a:ext uri="{FF2B5EF4-FFF2-40B4-BE49-F238E27FC236}">
                    <a16:creationId xmlns:a16="http://schemas.microsoft.com/office/drawing/2014/main" id="{6EDC7F4B-1FA3-D777-891A-908C9504E64D}"/>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7" name="Freeform: Shape 176">
                <a:extLst>
                  <a:ext uri="{FF2B5EF4-FFF2-40B4-BE49-F238E27FC236}">
                    <a16:creationId xmlns:a16="http://schemas.microsoft.com/office/drawing/2014/main" id="{0DD901F9-014C-2216-4728-E5061D148A22}"/>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8" name="Freeform: Shape 177">
                <a:extLst>
                  <a:ext uri="{FF2B5EF4-FFF2-40B4-BE49-F238E27FC236}">
                    <a16:creationId xmlns:a16="http://schemas.microsoft.com/office/drawing/2014/main" id="{ACECA261-9E30-CB31-82B9-B403A9CD4C44}"/>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9" name="Freeform: Shape 178">
                <a:extLst>
                  <a:ext uri="{FF2B5EF4-FFF2-40B4-BE49-F238E27FC236}">
                    <a16:creationId xmlns:a16="http://schemas.microsoft.com/office/drawing/2014/main" id="{9322C0AF-76EF-E946-8C1F-962D62B839C6}"/>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0" name="Freeform: Shape 179">
                <a:extLst>
                  <a:ext uri="{FF2B5EF4-FFF2-40B4-BE49-F238E27FC236}">
                    <a16:creationId xmlns:a16="http://schemas.microsoft.com/office/drawing/2014/main" id="{B1EA4318-41A6-A928-F00C-B2B7271B111E}"/>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1" name="Freeform: Shape 180">
                <a:extLst>
                  <a:ext uri="{FF2B5EF4-FFF2-40B4-BE49-F238E27FC236}">
                    <a16:creationId xmlns:a16="http://schemas.microsoft.com/office/drawing/2014/main" id="{48B91062-C220-3371-6886-C631501AC4DD}"/>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2" name="Freeform: Shape 181">
                <a:extLst>
                  <a:ext uri="{FF2B5EF4-FFF2-40B4-BE49-F238E27FC236}">
                    <a16:creationId xmlns:a16="http://schemas.microsoft.com/office/drawing/2014/main" id="{A02E1143-6858-01BA-2C32-B01703E9EBE2}"/>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3" name="Freeform: Shape 182">
                <a:extLst>
                  <a:ext uri="{FF2B5EF4-FFF2-40B4-BE49-F238E27FC236}">
                    <a16:creationId xmlns:a16="http://schemas.microsoft.com/office/drawing/2014/main" id="{DB085731-9411-B8CE-7DB2-81D9C1DA3327}"/>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4" name="Freeform: Shape 183">
                <a:extLst>
                  <a:ext uri="{FF2B5EF4-FFF2-40B4-BE49-F238E27FC236}">
                    <a16:creationId xmlns:a16="http://schemas.microsoft.com/office/drawing/2014/main" id="{E066891D-4412-A95F-7657-277DD6E12224}"/>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5" name="Freeform: Shape 184">
                <a:extLst>
                  <a:ext uri="{FF2B5EF4-FFF2-40B4-BE49-F238E27FC236}">
                    <a16:creationId xmlns:a16="http://schemas.microsoft.com/office/drawing/2014/main" id="{903EDD9C-0695-0647-EE7A-484DBF53B6B3}"/>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6" name="Freeform: Shape 185">
                <a:extLst>
                  <a:ext uri="{FF2B5EF4-FFF2-40B4-BE49-F238E27FC236}">
                    <a16:creationId xmlns:a16="http://schemas.microsoft.com/office/drawing/2014/main" id="{94B245C5-DBFD-C0C5-EA38-517724AC5847}"/>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7" name="Freeform: Shape 186">
                <a:extLst>
                  <a:ext uri="{FF2B5EF4-FFF2-40B4-BE49-F238E27FC236}">
                    <a16:creationId xmlns:a16="http://schemas.microsoft.com/office/drawing/2014/main" id="{9A6541A6-007D-47C4-EB32-0CF2ADDEC53E}"/>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8" name="Freeform: Shape 187">
                <a:extLst>
                  <a:ext uri="{FF2B5EF4-FFF2-40B4-BE49-F238E27FC236}">
                    <a16:creationId xmlns:a16="http://schemas.microsoft.com/office/drawing/2014/main" id="{4E90D591-2FFD-A910-B121-B9BF15F207C1}"/>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89" name="Freeform: Shape 188">
                <a:extLst>
                  <a:ext uri="{FF2B5EF4-FFF2-40B4-BE49-F238E27FC236}">
                    <a16:creationId xmlns:a16="http://schemas.microsoft.com/office/drawing/2014/main" id="{58D1926B-4530-BEE2-9641-E75F261677ED}"/>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0" name="Freeform: Shape 189">
                <a:extLst>
                  <a:ext uri="{FF2B5EF4-FFF2-40B4-BE49-F238E27FC236}">
                    <a16:creationId xmlns:a16="http://schemas.microsoft.com/office/drawing/2014/main" id="{9EAED8A8-4D6E-8E28-308C-6350EE2A0488}"/>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1" name="Freeform: Shape 190">
                <a:extLst>
                  <a:ext uri="{FF2B5EF4-FFF2-40B4-BE49-F238E27FC236}">
                    <a16:creationId xmlns:a16="http://schemas.microsoft.com/office/drawing/2014/main" id="{28B140EC-4065-13FB-E1BD-4C760CDC0C4D}"/>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2" name="Freeform: Shape 191">
                <a:extLst>
                  <a:ext uri="{FF2B5EF4-FFF2-40B4-BE49-F238E27FC236}">
                    <a16:creationId xmlns:a16="http://schemas.microsoft.com/office/drawing/2014/main" id="{19526B6F-932C-63BC-4530-E27B5868429F}"/>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3" name="Freeform: Shape 192">
                <a:extLst>
                  <a:ext uri="{FF2B5EF4-FFF2-40B4-BE49-F238E27FC236}">
                    <a16:creationId xmlns:a16="http://schemas.microsoft.com/office/drawing/2014/main" id="{93724A69-DE0F-F13D-A790-A5F9E67B7B84}"/>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4" name="Freeform: Shape 193">
                <a:extLst>
                  <a:ext uri="{FF2B5EF4-FFF2-40B4-BE49-F238E27FC236}">
                    <a16:creationId xmlns:a16="http://schemas.microsoft.com/office/drawing/2014/main" id="{770955C4-EEE2-57DB-11A4-1E9B436D1AC8}"/>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5" name="Freeform: Shape 194">
                <a:extLst>
                  <a:ext uri="{FF2B5EF4-FFF2-40B4-BE49-F238E27FC236}">
                    <a16:creationId xmlns:a16="http://schemas.microsoft.com/office/drawing/2014/main" id="{A573E1BD-7B01-A5A5-689E-472A985EBA31}"/>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6" name="Freeform: Shape 195">
                <a:extLst>
                  <a:ext uri="{FF2B5EF4-FFF2-40B4-BE49-F238E27FC236}">
                    <a16:creationId xmlns:a16="http://schemas.microsoft.com/office/drawing/2014/main" id="{53CA69A5-F41F-64DE-8F60-4934C3F7668E}"/>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7" name="Freeform: Shape 196">
                <a:extLst>
                  <a:ext uri="{FF2B5EF4-FFF2-40B4-BE49-F238E27FC236}">
                    <a16:creationId xmlns:a16="http://schemas.microsoft.com/office/drawing/2014/main" id="{9BE5A303-F285-CB75-0D59-FB8C14E0C1E9}"/>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8" name="Freeform: Shape 197">
                <a:extLst>
                  <a:ext uri="{FF2B5EF4-FFF2-40B4-BE49-F238E27FC236}">
                    <a16:creationId xmlns:a16="http://schemas.microsoft.com/office/drawing/2014/main" id="{9FD829AD-F003-3B36-B02E-E7DB0667B873}"/>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99" name="Freeform: Shape 198">
                <a:extLst>
                  <a:ext uri="{FF2B5EF4-FFF2-40B4-BE49-F238E27FC236}">
                    <a16:creationId xmlns:a16="http://schemas.microsoft.com/office/drawing/2014/main" id="{FC05E68C-7651-6C53-7D07-D2755590221D}"/>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0" name="Freeform: Shape 199">
                <a:extLst>
                  <a:ext uri="{FF2B5EF4-FFF2-40B4-BE49-F238E27FC236}">
                    <a16:creationId xmlns:a16="http://schemas.microsoft.com/office/drawing/2014/main" id="{1BD3DD04-857E-146F-BF75-ACB0AEF38DFE}"/>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1" name="Freeform: Shape 200">
                <a:extLst>
                  <a:ext uri="{FF2B5EF4-FFF2-40B4-BE49-F238E27FC236}">
                    <a16:creationId xmlns:a16="http://schemas.microsoft.com/office/drawing/2014/main" id="{372D1988-66B2-6287-41AC-03DF34FFC935}"/>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2" name="Freeform: Shape 201">
                <a:extLst>
                  <a:ext uri="{FF2B5EF4-FFF2-40B4-BE49-F238E27FC236}">
                    <a16:creationId xmlns:a16="http://schemas.microsoft.com/office/drawing/2014/main" id="{4543C944-4113-0501-792F-C087C3B94D7D}"/>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3" name="Freeform: Shape 202">
                <a:extLst>
                  <a:ext uri="{FF2B5EF4-FFF2-40B4-BE49-F238E27FC236}">
                    <a16:creationId xmlns:a16="http://schemas.microsoft.com/office/drawing/2014/main" id="{D65ACA46-2D44-CE7B-4A2D-B9D454079498}"/>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4" name="Freeform: Shape 203">
                <a:extLst>
                  <a:ext uri="{FF2B5EF4-FFF2-40B4-BE49-F238E27FC236}">
                    <a16:creationId xmlns:a16="http://schemas.microsoft.com/office/drawing/2014/main" id="{FC216273-4C1A-43BA-2901-A43FBAB717A7}"/>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5" name="Freeform: Shape 204">
                <a:extLst>
                  <a:ext uri="{FF2B5EF4-FFF2-40B4-BE49-F238E27FC236}">
                    <a16:creationId xmlns:a16="http://schemas.microsoft.com/office/drawing/2014/main" id="{EB3669ED-C287-8C4D-B20B-CFCA2DF37DEC}"/>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7" name="Freeform: Shape 206">
                <a:extLst>
                  <a:ext uri="{FF2B5EF4-FFF2-40B4-BE49-F238E27FC236}">
                    <a16:creationId xmlns:a16="http://schemas.microsoft.com/office/drawing/2014/main" id="{94B8ACC1-7B3F-795C-449A-7B3DD0AC404D}"/>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8" name="Freeform: Shape 207">
                <a:extLst>
                  <a:ext uri="{FF2B5EF4-FFF2-40B4-BE49-F238E27FC236}">
                    <a16:creationId xmlns:a16="http://schemas.microsoft.com/office/drawing/2014/main" id="{ECB54A0D-110E-7A8A-848C-BFB03DE6C518}"/>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9" name="Freeform: Shape 208">
                <a:extLst>
                  <a:ext uri="{FF2B5EF4-FFF2-40B4-BE49-F238E27FC236}">
                    <a16:creationId xmlns:a16="http://schemas.microsoft.com/office/drawing/2014/main" id="{E24DE68B-DC8B-1086-4395-D52D8644C670}"/>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0" name="Freeform: Shape 209">
                <a:extLst>
                  <a:ext uri="{FF2B5EF4-FFF2-40B4-BE49-F238E27FC236}">
                    <a16:creationId xmlns:a16="http://schemas.microsoft.com/office/drawing/2014/main" id="{BA4EAAC8-9340-EB2E-8625-A468FE346175}"/>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1" name="Freeform: Shape 210">
                <a:extLst>
                  <a:ext uri="{FF2B5EF4-FFF2-40B4-BE49-F238E27FC236}">
                    <a16:creationId xmlns:a16="http://schemas.microsoft.com/office/drawing/2014/main" id="{1D9A0641-80DA-318F-1ECD-159175F5D31D}"/>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2" name="Freeform: Shape 211">
                <a:extLst>
                  <a:ext uri="{FF2B5EF4-FFF2-40B4-BE49-F238E27FC236}">
                    <a16:creationId xmlns:a16="http://schemas.microsoft.com/office/drawing/2014/main" id="{2D79A75D-4AB9-ADCC-4D70-3F5913F45429}"/>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3" name="Freeform: Shape 212">
                <a:extLst>
                  <a:ext uri="{FF2B5EF4-FFF2-40B4-BE49-F238E27FC236}">
                    <a16:creationId xmlns:a16="http://schemas.microsoft.com/office/drawing/2014/main" id="{BDE40018-D13C-6EE8-1D69-52EB69BC8D1B}"/>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4" name="Freeform: Shape 213">
                <a:extLst>
                  <a:ext uri="{FF2B5EF4-FFF2-40B4-BE49-F238E27FC236}">
                    <a16:creationId xmlns:a16="http://schemas.microsoft.com/office/drawing/2014/main" id="{DAED95BE-65F1-4611-7CFB-83FEA2500381}"/>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5" name="Freeform: Shape 214">
                <a:extLst>
                  <a:ext uri="{FF2B5EF4-FFF2-40B4-BE49-F238E27FC236}">
                    <a16:creationId xmlns:a16="http://schemas.microsoft.com/office/drawing/2014/main" id="{6D1A6AB8-B3FB-0C4A-104B-7E2F124DBD4B}"/>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6" name="Freeform: Shape 215">
                <a:extLst>
                  <a:ext uri="{FF2B5EF4-FFF2-40B4-BE49-F238E27FC236}">
                    <a16:creationId xmlns:a16="http://schemas.microsoft.com/office/drawing/2014/main" id="{DB1C0019-6659-2FD8-B5FF-6DE19A3276E0}"/>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7" name="Freeform: Shape 216">
                <a:extLst>
                  <a:ext uri="{FF2B5EF4-FFF2-40B4-BE49-F238E27FC236}">
                    <a16:creationId xmlns:a16="http://schemas.microsoft.com/office/drawing/2014/main" id="{01AE8611-E938-DCAE-5D4B-97A48BCA25B9}"/>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8" name="Freeform: Shape 217">
                <a:extLst>
                  <a:ext uri="{FF2B5EF4-FFF2-40B4-BE49-F238E27FC236}">
                    <a16:creationId xmlns:a16="http://schemas.microsoft.com/office/drawing/2014/main" id="{3DC4426A-72BC-458D-ABAD-D82CF8892FEE}"/>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19" name="Freeform: Shape 218">
                <a:extLst>
                  <a:ext uri="{FF2B5EF4-FFF2-40B4-BE49-F238E27FC236}">
                    <a16:creationId xmlns:a16="http://schemas.microsoft.com/office/drawing/2014/main" id="{1FB4D0A2-87E4-5701-374D-05B92D452278}"/>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0" name="Freeform: Shape 219">
                <a:extLst>
                  <a:ext uri="{FF2B5EF4-FFF2-40B4-BE49-F238E27FC236}">
                    <a16:creationId xmlns:a16="http://schemas.microsoft.com/office/drawing/2014/main" id="{982CFCBF-A8BD-80AF-F78E-16C0C8417424}"/>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1" name="Freeform: Shape 220">
                <a:extLst>
                  <a:ext uri="{FF2B5EF4-FFF2-40B4-BE49-F238E27FC236}">
                    <a16:creationId xmlns:a16="http://schemas.microsoft.com/office/drawing/2014/main" id="{1979F647-765E-2AF0-7A1E-EBD87DDED5BB}"/>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2" name="Freeform: Shape 221">
                <a:extLst>
                  <a:ext uri="{FF2B5EF4-FFF2-40B4-BE49-F238E27FC236}">
                    <a16:creationId xmlns:a16="http://schemas.microsoft.com/office/drawing/2014/main" id="{6240D549-260E-21AF-77F1-223E67DD9F81}"/>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3" name="Freeform: Shape 222">
                <a:extLst>
                  <a:ext uri="{FF2B5EF4-FFF2-40B4-BE49-F238E27FC236}">
                    <a16:creationId xmlns:a16="http://schemas.microsoft.com/office/drawing/2014/main" id="{834A408C-AF04-283E-D327-CD93B0FF0FB9}"/>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4" name="Freeform: Shape 223">
                <a:extLst>
                  <a:ext uri="{FF2B5EF4-FFF2-40B4-BE49-F238E27FC236}">
                    <a16:creationId xmlns:a16="http://schemas.microsoft.com/office/drawing/2014/main" id="{652C9C5F-9C28-E465-6153-520B82786599}"/>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5" name="Freeform: Shape 224">
                <a:extLst>
                  <a:ext uri="{FF2B5EF4-FFF2-40B4-BE49-F238E27FC236}">
                    <a16:creationId xmlns:a16="http://schemas.microsoft.com/office/drawing/2014/main" id="{92177F3F-17BB-D5AF-7F02-60798E85A1A7}"/>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6" name="Freeform: Shape 225">
                <a:extLst>
                  <a:ext uri="{FF2B5EF4-FFF2-40B4-BE49-F238E27FC236}">
                    <a16:creationId xmlns:a16="http://schemas.microsoft.com/office/drawing/2014/main" id="{F6743B0C-51DB-F70A-C4F0-E8A06CF8C14D}"/>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7" name="Freeform: Shape 226">
                <a:extLst>
                  <a:ext uri="{FF2B5EF4-FFF2-40B4-BE49-F238E27FC236}">
                    <a16:creationId xmlns:a16="http://schemas.microsoft.com/office/drawing/2014/main" id="{7D47811C-64CB-AE81-9A43-2286736DF57A}"/>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8" name="Freeform: Shape 227">
                <a:extLst>
                  <a:ext uri="{FF2B5EF4-FFF2-40B4-BE49-F238E27FC236}">
                    <a16:creationId xmlns:a16="http://schemas.microsoft.com/office/drawing/2014/main" id="{3BB19834-FF94-EF1E-578E-5769E6DB20B2}"/>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29" name="Freeform: Shape 228">
                <a:extLst>
                  <a:ext uri="{FF2B5EF4-FFF2-40B4-BE49-F238E27FC236}">
                    <a16:creationId xmlns:a16="http://schemas.microsoft.com/office/drawing/2014/main" id="{6059223E-8B77-D575-487D-A02392C7FB5A}"/>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0" name="Freeform: Shape 229">
                <a:extLst>
                  <a:ext uri="{FF2B5EF4-FFF2-40B4-BE49-F238E27FC236}">
                    <a16:creationId xmlns:a16="http://schemas.microsoft.com/office/drawing/2014/main" id="{6E0F3949-FA50-6BC2-F192-322698D53F25}"/>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1" name="Freeform: Shape 230">
                <a:extLst>
                  <a:ext uri="{FF2B5EF4-FFF2-40B4-BE49-F238E27FC236}">
                    <a16:creationId xmlns:a16="http://schemas.microsoft.com/office/drawing/2014/main" id="{339542D8-11FB-DC49-E8C6-329CD6952DFA}"/>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2" name="Freeform: Shape 231">
                <a:extLst>
                  <a:ext uri="{FF2B5EF4-FFF2-40B4-BE49-F238E27FC236}">
                    <a16:creationId xmlns:a16="http://schemas.microsoft.com/office/drawing/2014/main" id="{F2F73796-D5DD-A590-6DB1-6C9254DDE0A3}"/>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3" name="Freeform: Shape 232">
                <a:extLst>
                  <a:ext uri="{FF2B5EF4-FFF2-40B4-BE49-F238E27FC236}">
                    <a16:creationId xmlns:a16="http://schemas.microsoft.com/office/drawing/2014/main" id="{ADF4411C-7689-C1AB-A5C6-5FD9C99C26CF}"/>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4" name="Freeform: Shape 233">
                <a:extLst>
                  <a:ext uri="{FF2B5EF4-FFF2-40B4-BE49-F238E27FC236}">
                    <a16:creationId xmlns:a16="http://schemas.microsoft.com/office/drawing/2014/main" id="{8ADD5A55-A7C7-CAC7-148F-72F3070B77F8}"/>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5" name="Freeform: Shape 234">
                <a:extLst>
                  <a:ext uri="{FF2B5EF4-FFF2-40B4-BE49-F238E27FC236}">
                    <a16:creationId xmlns:a16="http://schemas.microsoft.com/office/drawing/2014/main" id="{0F51C60A-2DAE-1838-296C-CC5C6DE295EC}"/>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6" name="Freeform: Shape 235">
                <a:extLst>
                  <a:ext uri="{FF2B5EF4-FFF2-40B4-BE49-F238E27FC236}">
                    <a16:creationId xmlns:a16="http://schemas.microsoft.com/office/drawing/2014/main" id="{5F6F6305-2492-9EF3-16B9-3DCCD1C654D6}"/>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7" name="Freeform: Shape 236">
                <a:extLst>
                  <a:ext uri="{FF2B5EF4-FFF2-40B4-BE49-F238E27FC236}">
                    <a16:creationId xmlns:a16="http://schemas.microsoft.com/office/drawing/2014/main" id="{B2A521B0-DFF2-288A-050D-50275D92478D}"/>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8" name="Freeform: Shape 237">
                <a:extLst>
                  <a:ext uri="{FF2B5EF4-FFF2-40B4-BE49-F238E27FC236}">
                    <a16:creationId xmlns:a16="http://schemas.microsoft.com/office/drawing/2014/main" id="{3FDD4774-FE56-B245-AE71-76ACA8C224B8}"/>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39" name="Freeform: Shape 238">
                <a:extLst>
                  <a:ext uri="{FF2B5EF4-FFF2-40B4-BE49-F238E27FC236}">
                    <a16:creationId xmlns:a16="http://schemas.microsoft.com/office/drawing/2014/main" id="{DB6B69B3-5F87-7A42-56F0-61E731408339}"/>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0" name="Freeform: Shape 239">
                <a:extLst>
                  <a:ext uri="{FF2B5EF4-FFF2-40B4-BE49-F238E27FC236}">
                    <a16:creationId xmlns:a16="http://schemas.microsoft.com/office/drawing/2014/main" id="{703CB638-B43B-EB14-9497-6EE6D1290398}"/>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1" name="Freeform: Shape 240">
                <a:extLst>
                  <a:ext uri="{FF2B5EF4-FFF2-40B4-BE49-F238E27FC236}">
                    <a16:creationId xmlns:a16="http://schemas.microsoft.com/office/drawing/2014/main" id="{95E2659B-DE32-44D5-BADE-8A2BE92C16D1}"/>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3" name="Freeform: Shape 242">
                <a:extLst>
                  <a:ext uri="{FF2B5EF4-FFF2-40B4-BE49-F238E27FC236}">
                    <a16:creationId xmlns:a16="http://schemas.microsoft.com/office/drawing/2014/main" id="{E89E2779-00FC-9872-CEA9-41701C09A8C3}"/>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4" name="Freeform: Shape 243">
                <a:extLst>
                  <a:ext uri="{FF2B5EF4-FFF2-40B4-BE49-F238E27FC236}">
                    <a16:creationId xmlns:a16="http://schemas.microsoft.com/office/drawing/2014/main" id="{D5D30BF2-0E51-0316-B3F9-4AFBF89BC573}"/>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5" name="Freeform: Shape 244">
                <a:extLst>
                  <a:ext uri="{FF2B5EF4-FFF2-40B4-BE49-F238E27FC236}">
                    <a16:creationId xmlns:a16="http://schemas.microsoft.com/office/drawing/2014/main" id="{3DFC9130-6BD4-F77E-F060-AF1E0F276B6B}"/>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6" name="Freeform: Shape 245">
                <a:extLst>
                  <a:ext uri="{FF2B5EF4-FFF2-40B4-BE49-F238E27FC236}">
                    <a16:creationId xmlns:a16="http://schemas.microsoft.com/office/drawing/2014/main" id="{751A0CC3-1BCF-DE37-611A-B1B7FBA23B68}"/>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7" name="Freeform: Shape 246">
                <a:extLst>
                  <a:ext uri="{FF2B5EF4-FFF2-40B4-BE49-F238E27FC236}">
                    <a16:creationId xmlns:a16="http://schemas.microsoft.com/office/drawing/2014/main" id="{94FAC35E-0B04-D09B-C6E8-E068C394B5B9}"/>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8" name="Freeform: Shape 247">
                <a:extLst>
                  <a:ext uri="{FF2B5EF4-FFF2-40B4-BE49-F238E27FC236}">
                    <a16:creationId xmlns:a16="http://schemas.microsoft.com/office/drawing/2014/main" id="{F3F92588-7CF2-F16D-27A0-C13CC5A6BE84}"/>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9" name="Freeform: Shape 248">
                <a:extLst>
                  <a:ext uri="{FF2B5EF4-FFF2-40B4-BE49-F238E27FC236}">
                    <a16:creationId xmlns:a16="http://schemas.microsoft.com/office/drawing/2014/main" id="{124ECC53-F7A7-15D5-EDAB-E8DB8CB278A3}"/>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0" name="Freeform: Shape 249">
                <a:extLst>
                  <a:ext uri="{FF2B5EF4-FFF2-40B4-BE49-F238E27FC236}">
                    <a16:creationId xmlns:a16="http://schemas.microsoft.com/office/drawing/2014/main" id="{93223F9F-DB22-73AA-80F6-74ED134BA244}"/>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1" name="Freeform: Shape 250">
                <a:extLst>
                  <a:ext uri="{FF2B5EF4-FFF2-40B4-BE49-F238E27FC236}">
                    <a16:creationId xmlns:a16="http://schemas.microsoft.com/office/drawing/2014/main" id="{C49B5686-0E42-A0D5-617E-5D1D2630FDBF}"/>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2" name="Freeform: Shape 251">
                <a:extLst>
                  <a:ext uri="{FF2B5EF4-FFF2-40B4-BE49-F238E27FC236}">
                    <a16:creationId xmlns:a16="http://schemas.microsoft.com/office/drawing/2014/main" id="{7CD21942-C850-BA36-36CF-4BD2F2A59261}"/>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3" name="Freeform: Shape 252">
                <a:extLst>
                  <a:ext uri="{FF2B5EF4-FFF2-40B4-BE49-F238E27FC236}">
                    <a16:creationId xmlns:a16="http://schemas.microsoft.com/office/drawing/2014/main" id="{0888B702-8EFC-B149-C851-1BD7E92723CF}"/>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4" name="Freeform: Shape 253">
                <a:extLst>
                  <a:ext uri="{FF2B5EF4-FFF2-40B4-BE49-F238E27FC236}">
                    <a16:creationId xmlns:a16="http://schemas.microsoft.com/office/drawing/2014/main" id="{228FA497-3CFD-7CE6-47AA-FA132A030E23}"/>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5" name="Freeform: Shape 254">
                <a:extLst>
                  <a:ext uri="{FF2B5EF4-FFF2-40B4-BE49-F238E27FC236}">
                    <a16:creationId xmlns:a16="http://schemas.microsoft.com/office/drawing/2014/main" id="{52C9CD9F-C4CA-E3EF-014F-272A5D10374F}"/>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6" name="Freeform: Shape 255">
                <a:extLst>
                  <a:ext uri="{FF2B5EF4-FFF2-40B4-BE49-F238E27FC236}">
                    <a16:creationId xmlns:a16="http://schemas.microsoft.com/office/drawing/2014/main" id="{04B7005A-383C-2996-2FCF-1CA5AF0AD8E1}"/>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7" name="Freeform: Shape 256">
                <a:extLst>
                  <a:ext uri="{FF2B5EF4-FFF2-40B4-BE49-F238E27FC236}">
                    <a16:creationId xmlns:a16="http://schemas.microsoft.com/office/drawing/2014/main" id="{F1AF48E8-645C-54F8-A8AA-886359FB1817}"/>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8" name="Freeform: Shape 257">
                <a:extLst>
                  <a:ext uri="{FF2B5EF4-FFF2-40B4-BE49-F238E27FC236}">
                    <a16:creationId xmlns:a16="http://schemas.microsoft.com/office/drawing/2014/main" id="{8454AB6A-8472-12CF-C6CF-33C06BB3F06F}"/>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59" name="Freeform: Shape 258">
                <a:extLst>
                  <a:ext uri="{FF2B5EF4-FFF2-40B4-BE49-F238E27FC236}">
                    <a16:creationId xmlns:a16="http://schemas.microsoft.com/office/drawing/2014/main" id="{9058186A-05C2-A50A-3C86-89BD46BFFC7F}"/>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0" name="Freeform: Shape 259">
                <a:extLst>
                  <a:ext uri="{FF2B5EF4-FFF2-40B4-BE49-F238E27FC236}">
                    <a16:creationId xmlns:a16="http://schemas.microsoft.com/office/drawing/2014/main" id="{CEA5AB07-1B9D-6B37-6313-AE3D97E9D8FC}"/>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1" name="Freeform: Shape 260">
                <a:extLst>
                  <a:ext uri="{FF2B5EF4-FFF2-40B4-BE49-F238E27FC236}">
                    <a16:creationId xmlns:a16="http://schemas.microsoft.com/office/drawing/2014/main" id="{C597026D-18CC-FDC8-C5BD-8A396392A439}"/>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2" name="Freeform: Shape 261">
                <a:extLst>
                  <a:ext uri="{FF2B5EF4-FFF2-40B4-BE49-F238E27FC236}">
                    <a16:creationId xmlns:a16="http://schemas.microsoft.com/office/drawing/2014/main" id="{A6D953C2-DE27-5DE4-B566-0AEB136517D2}"/>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3" name="Freeform: Shape 262">
                <a:extLst>
                  <a:ext uri="{FF2B5EF4-FFF2-40B4-BE49-F238E27FC236}">
                    <a16:creationId xmlns:a16="http://schemas.microsoft.com/office/drawing/2014/main" id="{F3A993BB-36E6-C679-746E-E4F9138DAA8F}"/>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4" name="Freeform: Shape 263">
                <a:extLst>
                  <a:ext uri="{FF2B5EF4-FFF2-40B4-BE49-F238E27FC236}">
                    <a16:creationId xmlns:a16="http://schemas.microsoft.com/office/drawing/2014/main" id="{48894D6A-B44C-FC20-9179-74F96FA272E7}"/>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5" name="Freeform: Shape 264">
                <a:extLst>
                  <a:ext uri="{FF2B5EF4-FFF2-40B4-BE49-F238E27FC236}">
                    <a16:creationId xmlns:a16="http://schemas.microsoft.com/office/drawing/2014/main" id="{E564EBA8-330A-7397-378C-395A6C830C6A}"/>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6" name="Freeform: Shape 265">
                <a:extLst>
                  <a:ext uri="{FF2B5EF4-FFF2-40B4-BE49-F238E27FC236}">
                    <a16:creationId xmlns:a16="http://schemas.microsoft.com/office/drawing/2014/main" id="{652FC733-49D3-230C-FF10-8528C460EF2C}"/>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7" name="Freeform: Shape 266">
                <a:extLst>
                  <a:ext uri="{FF2B5EF4-FFF2-40B4-BE49-F238E27FC236}">
                    <a16:creationId xmlns:a16="http://schemas.microsoft.com/office/drawing/2014/main" id="{F5861651-F963-1C58-675B-12AABF8D12B6}"/>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8" name="Freeform: Shape 267">
                <a:extLst>
                  <a:ext uri="{FF2B5EF4-FFF2-40B4-BE49-F238E27FC236}">
                    <a16:creationId xmlns:a16="http://schemas.microsoft.com/office/drawing/2014/main" id="{B83B2E6D-7600-FC2A-5E48-DD8C6F072727}"/>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69" name="Freeform: Shape 268">
                <a:extLst>
                  <a:ext uri="{FF2B5EF4-FFF2-40B4-BE49-F238E27FC236}">
                    <a16:creationId xmlns:a16="http://schemas.microsoft.com/office/drawing/2014/main" id="{DF48E83A-9DA0-BC13-B2DC-7F0D27B3FDBD}"/>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0" name="Freeform: Shape 269">
                <a:extLst>
                  <a:ext uri="{FF2B5EF4-FFF2-40B4-BE49-F238E27FC236}">
                    <a16:creationId xmlns:a16="http://schemas.microsoft.com/office/drawing/2014/main" id="{42EFC136-9B44-D3EF-5D0F-954A9C0E328E}"/>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1" name="Freeform: Shape 270">
                <a:extLst>
                  <a:ext uri="{FF2B5EF4-FFF2-40B4-BE49-F238E27FC236}">
                    <a16:creationId xmlns:a16="http://schemas.microsoft.com/office/drawing/2014/main" id="{568F6ACF-16CF-E48D-0F0D-F314079E4F60}"/>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2" name="Freeform: Shape 271">
                <a:extLst>
                  <a:ext uri="{FF2B5EF4-FFF2-40B4-BE49-F238E27FC236}">
                    <a16:creationId xmlns:a16="http://schemas.microsoft.com/office/drawing/2014/main" id="{B73D7C59-1011-1E00-970C-C2F1B38ACCD5}"/>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3" name="Freeform: Shape 272">
                <a:extLst>
                  <a:ext uri="{FF2B5EF4-FFF2-40B4-BE49-F238E27FC236}">
                    <a16:creationId xmlns:a16="http://schemas.microsoft.com/office/drawing/2014/main" id="{4BDB0B1F-C902-0572-9936-42AE334218CA}"/>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4" name="Freeform: Shape 273">
                <a:extLst>
                  <a:ext uri="{FF2B5EF4-FFF2-40B4-BE49-F238E27FC236}">
                    <a16:creationId xmlns:a16="http://schemas.microsoft.com/office/drawing/2014/main" id="{A815013D-6E82-DA15-45CA-839B7F05A6D6}"/>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5" name="Freeform: Shape 274">
                <a:extLst>
                  <a:ext uri="{FF2B5EF4-FFF2-40B4-BE49-F238E27FC236}">
                    <a16:creationId xmlns:a16="http://schemas.microsoft.com/office/drawing/2014/main" id="{40F6DBC9-92E1-824C-64B4-5661FC4041B0}"/>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6" name="Freeform: Shape 275">
                <a:extLst>
                  <a:ext uri="{FF2B5EF4-FFF2-40B4-BE49-F238E27FC236}">
                    <a16:creationId xmlns:a16="http://schemas.microsoft.com/office/drawing/2014/main" id="{D68DE1A3-B7D6-C7F6-1222-9FAE0BFC3F62}"/>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7" name="Freeform: Shape 276">
                <a:extLst>
                  <a:ext uri="{FF2B5EF4-FFF2-40B4-BE49-F238E27FC236}">
                    <a16:creationId xmlns:a16="http://schemas.microsoft.com/office/drawing/2014/main" id="{6EFA75C1-315B-8D81-7F48-AAD38885DA50}"/>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8" name="Freeform: Shape 277">
                <a:extLst>
                  <a:ext uri="{FF2B5EF4-FFF2-40B4-BE49-F238E27FC236}">
                    <a16:creationId xmlns:a16="http://schemas.microsoft.com/office/drawing/2014/main" id="{BBF26146-2DCF-62BB-4685-27A57EFB56C5}"/>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79" name="Freeform: Shape 278">
                <a:extLst>
                  <a:ext uri="{FF2B5EF4-FFF2-40B4-BE49-F238E27FC236}">
                    <a16:creationId xmlns:a16="http://schemas.microsoft.com/office/drawing/2014/main" id="{2EC66713-708C-2FE9-9DA6-3BC17DABFB36}"/>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0" name="Freeform: Shape 279">
                <a:extLst>
                  <a:ext uri="{FF2B5EF4-FFF2-40B4-BE49-F238E27FC236}">
                    <a16:creationId xmlns:a16="http://schemas.microsoft.com/office/drawing/2014/main" id="{2CA49E60-F5E1-B80B-D7E7-020140CF3EF6}"/>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1" name="Freeform: Shape 280">
                <a:extLst>
                  <a:ext uri="{FF2B5EF4-FFF2-40B4-BE49-F238E27FC236}">
                    <a16:creationId xmlns:a16="http://schemas.microsoft.com/office/drawing/2014/main" id="{D2A95250-BA24-AA27-8816-49439A2C17E2}"/>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2" name="Freeform: Shape 281">
                <a:extLst>
                  <a:ext uri="{FF2B5EF4-FFF2-40B4-BE49-F238E27FC236}">
                    <a16:creationId xmlns:a16="http://schemas.microsoft.com/office/drawing/2014/main" id="{66B4DD73-8BF6-87E7-FA12-C9E79813DE5C}"/>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3" name="Freeform: Shape 282">
                <a:extLst>
                  <a:ext uri="{FF2B5EF4-FFF2-40B4-BE49-F238E27FC236}">
                    <a16:creationId xmlns:a16="http://schemas.microsoft.com/office/drawing/2014/main" id="{DB434015-D059-F804-A555-E551B9F4BE9F}"/>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4" name="Freeform: Shape 283">
                <a:extLst>
                  <a:ext uri="{FF2B5EF4-FFF2-40B4-BE49-F238E27FC236}">
                    <a16:creationId xmlns:a16="http://schemas.microsoft.com/office/drawing/2014/main" id="{794DA04D-D963-4DD0-4D7A-B7F15FC5DBFF}"/>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5" name="Freeform: Shape 284">
                <a:extLst>
                  <a:ext uri="{FF2B5EF4-FFF2-40B4-BE49-F238E27FC236}">
                    <a16:creationId xmlns:a16="http://schemas.microsoft.com/office/drawing/2014/main" id="{B59EC335-8267-DEF4-F98E-43842E502E66}"/>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6" name="Freeform: Shape 285">
                <a:extLst>
                  <a:ext uri="{FF2B5EF4-FFF2-40B4-BE49-F238E27FC236}">
                    <a16:creationId xmlns:a16="http://schemas.microsoft.com/office/drawing/2014/main" id="{162665F2-9889-A9BF-E80C-3BFA28D0E671}"/>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7" name="Freeform: Shape 286">
                <a:extLst>
                  <a:ext uri="{FF2B5EF4-FFF2-40B4-BE49-F238E27FC236}">
                    <a16:creationId xmlns:a16="http://schemas.microsoft.com/office/drawing/2014/main" id="{949BE56B-D97C-F99F-A418-1F0DED9306C6}"/>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8" name="Freeform: Shape 287">
                <a:extLst>
                  <a:ext uri="{FF2B5EF4-FFF2-40B4-BE49-F238E27FC236}">
                    <a16:creationId xmlns:a16="http://schemas.microsoft.com/office/drawing/2014/main" id="{37000A44-1F52-2CAA-C26B-8DD4C4C1468A}"/>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89" name="Freeform: Shape 288">
                <a:extLst>
                  <a:ext uri="{FF2B5EF4-FFF2-40B4-BE49-F238E27FC236}">
                    <a16:creationId xmlns:a16="http://schemas.microsoft.com/office/drawing/2014/main" id="{6370B581-7451-4C67-1A4E-77CB931ECF1D}"/>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0" name="Freeform: Shape 289">
                <a:extLst>
                  <a:ext uri="{FF2B5EF4-FFF2-40B4-BE49-F238E27FC236}">
                    <a16:creationId xmlns:a16="http://schemas.microsoft.com/office/drawing/2014/main" id="{DF25B223-0A35-1D58-4217-E171CD3FCF79}"/>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1" name="Freeform: Shape 290">
                <a:extLst>
                  <a:ext uri="{FF2B5EF4-FFF2-40B4-BE49-F238E27FC236}">
                    <a16:creationId xmlns:a16="http://schemas.microsoft.com/office/drawing/2014/main" id="{DE558899-39D2-960E-117D-4203A9CBD65A}"/>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2" name="Freeform: Shape 291">
                <a:extLst>
                  <a:ext uri="{FF2B5EF4-FFF2-40B4-BE49-F238E27FC236}">
                    <a16:creationId xmlns:a16="http://schemas.microsoft.com/office/drawing/2014/main" id="{71D8F65B-6E2F-F53E-51E9-985E83F22FE6}"/>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3" name="Freeform: Shape 292">
                <a:extLst>
                  <a:ext uri="{FF2B5EF4-FFF2-40B4-BE49-F238E27FC236}">
                    <a16:creationId xmlns:a16="http://schemas.microsoft.com/office/drawing/2014/main" id="{7C35746C-7F5A-A3D7-C2CA-F3ACDE214ACC}"/>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4" name="Freeform: Shape 293">
                <a:extLst>
                  <a:ext uri="{FF2B5EF4-FFF2-40B4-BE49-F238E27FC236}">
                    <a16:creationId xmlns:a16="http://schemas.microsoft.com/office/drawing/2014/main" id="{BE8BD5C5-9845-DC31-65AD-38106163A46F}"/>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5" name="Freeform: Shape 294">
                <a:extLst>
                  <a:ext uri="{FF2B5EF4-FFF2-40B4-BE49-F238E27FC236}">
                    <a16:creationId xmlns:a16="http://schemas.microsoft.com/office/drawing/2014/main" id="{1AB8DFDE-FB2D-E078-E4A8-198E4E0F8BE3}"/>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6" name="Freeform: Shape 295">
                <a:extLst>
                  <a:ext uri="{FF2B5EF4-FFF2-40B4-BE49-F238E27FC236}">
                    <a16:creationId xmlns:a16="http://schemas.microsoft.com/office/drawing/2014/main" id="{C0570AB1-829E-5662-6348-6234F57FE0A3}"/>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7" name="Freeform: Shape 296">
                <a:extLst>
                  <a:ext uri="{FF2B5EF4-FFF2-40B4-BE49-F238E27FC236}">
                    <a16:creationId xmlns:a16="http://schemas.microsoft.com/office/drawing/2014/main" id="{1FD69BB6-13C1-8611-12AC-C412799F0C79}"/>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8" name="Freeform: Shape 297">
                <a:extLst>
                  <a:ext uri="{FF2B5EF4-FFF2-40B4-BE49-F238E27FC236}">
                    <a16:creationId xmlns:a16="http://schemas.microsoft.com/office/drawing/2014/main" id="{2E9B244C-7905-26AC-EAB8-1A89D8F6F5B5}"/>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99" name="Freeform: Shape 298">
                <a:extLst>
                  <a:ext uri="{FF2B5EF4-FFF2-40B4-BE49-F238E27FC236}">
                    <a16:creationId xmlns:a16="http://schemas.microsoft.com/office/drawing/2014/main" id="{4542B336-C711-E420-B444-416B38E5F735}"/>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0" name="Freeform: Shape 299">
                <a:extLst>
                  <a:ext uri="{FF2B5EF4-FFF2-40B4-BE49-F238E27FC236}">
                    <a16:creationId xmlns:a16="http://schemas.microsoft.com/office/drawing/2014/main" id="{BAC4D662-8DEF-3489-8A97-7433D3066286}"/>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1" name="Freeform: Shape 300">
                <a:extLst>
                  <a:ext uri="{FF2B5EF4-FFF2-40B4-BE49-F238E27FC236}">
                    <a16:creationId xmlns:a16="http://schemas.microsoft.com/office/drawing/2014/main" id="{A3F47F47-FD5D-6427-F74C-D369736E42F4}"/>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2" name="Freeform: Shape 301">
                <a:extLst>
                  <a:ext uri="{FF2B5EF4-FFF2-40B4-BE49-F238E27FC236}">
                    <a16:creationId xmlns:a16="http://schemas.microsoft.com/office/drawing/2014/main" id="{48155619-F73C-7554-F9C1-68A56DB29480}"/>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3" name="Freeform: Shape 302">
                <a:extLst>
                  <a:ext uri="{FF2B5EF4-FFF2-40B4-BE49-F238E27FC236}">
                    <a16:creationId xmlns:a16="http://schemas.microsoft.com/office/drawing/2014/main" id="{92907502-368C-F7F0-3C35-2C0074E78E91}"/>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4" name="Freeform: Shape 303">
                <a:extLst>
                  <a:ext uri="{FF2B5EF4-FFF2-40B4-BE49-F238E27FC236}">
                    <a16:creationId xmlns:a16="http://schemas.microsoft.com/office/drawing/2014/main" id="{63EC4F88-9D45-9B72-073C-4F7FDBD82D0A}"/>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5" name="Freeform: Shape 304">
                <a:extLst>
                  <a:ext uri="{FF2B5EF4-FFF2-40B4-BE49-F238E27FC236}">
                    <a16:creationId xmlns:a16="http://schemas.microsoft.com/office/drawing/2014/main" id="{FCD31B29-EE86-76DC-9A5F-B68925F648E3}"/>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6" name="Freeform: Shape 305">
                <a:extLst>
                  <a:ext uri="{FF2B5EF4-FFF2-40B4-BE49-F238E27FC236}">
                    <a16:creationId xmlns:a16="http://schemas.microsoft.com/office/drawing/2014/main" id="{39E500FA-54B3-F93B-C5C9-7732FB39A9C3}"/>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7" name="Freeform: Shape 306">
                <a:extLst>
                  <a:ext uri="{FF2B5EF4-FFF2-40B4-BE49-F238E27FC236}">
                    <a16:creationId xmlns:a16="http://schemas.microsoft.com/office/drawing/2014/main" id="{5A85575C-BDEC-82EE-4210-76EF07C7D426}"/>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8" name="Freeform: Shape 307">
                <a:extLst>
                  <a:ext uri="{FF2B5EF4-FFF2-40B4-BE49-F238E27FC236}">
                    <a16:creationId xmlns:a16="http://schemas.microsoft.com/office/drawing/2014/main" id="{EA84F9C2-F044-6335-77E4-CA0A08C2E45C}"/>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09" name="Freeform: Shape 308">
                <a:extLst>
                  <a:ext uri="{FF2B5EF4-FFF2-40B4-BE49-F238E27FC236}">
                    <a16:creationId xmlns:a16="http://schemas.microsoft.com/office/drawing/2014/main" id="{7919AD06-FA23-13AD-3BD5-C201247F8870}"/>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0" name="Freeform: Shape 309">
                <a:extLst>
                  <a:ext uri="{FF2B5EF4-FFF2-40B4-BE49-F238E27FC236}">
                    <a16:creationId xmlns:a16="http://schemas.microsoft.com/office/drawing/2014/main" id="{3CA9F9C2-59EB-F6E9-36F0-6BA6B93B21CB}"/>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1" name="Freeform: Shape 310">
                <a:extLst>
                  <a:ext uri="{FF2B5EF4-FFF2-40B4-BE49-F238E27FC236}">
                    <a16:creationId xmlns:a16="http://schemas.microsoft.com/office/drawing/2014/main" id="{3F136A12-6D76-F15C-6235-AF2324B25793}"/>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2" name="Freeform: Shape 311">
                <a:extLst>
                  <a:ext uri="{FF2B5EF4-FFF2-40B4-BE49-F238E27FC236}">
                    <a16:creationId xmlns:a16="http://schemas.microsoft.com/office/drawing/2014/main" id="{5DF9CF4F-BA78-1884-4690-CCBC9FE353E8}"/>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3" name="Freeform: Shape 312">
                <a:extLst>
                  <a:ext uri="{FF2B5EF4-FFF2-40B4-BE49-F238E27FC236}">
                    <a16:creationId xmlns:a16="http://schemas.microsoft.com/office/drawing/2014/main" id="{E7C5E892-0424-D6B5-4A40-D6B4D89E3747}"/>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4" name="Freeform: Shape 313">
                <a:extLst>
                  <a:ext uri="{FF2B5EF4-FFF2-40B4-BE49-F238E27FC236}">
                    <a16:creationId xmlns:a16="http://schemas.microsoft.com/office/drawing/2014/main" id="{50F1980B-F47A-3EA6-D58E-ADF7DA3572AA}"/>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5" name="Freeform: Shape 314">
                <a:extLst>
                  <a:ext uri="{FF2B5EF4-FFF2-40B4-BE49-F238E27FC236}">
                    <a16:creationId xmlns:a16="http://schemas.microsoft.com/office/drawing/2014/main" id="{09E0AD83-BCF0-C2DA-6991-9D1D777A272C}"/>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6" name="Freeform: Shape 315">
                <a:extLst>
                  <a:ext uri="{FF2B5EF4-FFF2-40B4-BE49-F238E27FC236}">
                    <a16:creationId xmlns:a16="http://schemas.microsoft.com/office/drawing/2014/main" id="{C4FECC5D-54B5-B37F-96EF-E725DCA63C1C}"/>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7" name="Freeform: Shape 316">
                <a:extLst>
                  <a:ext uri="{FF2B5EF4-FFF2-40B4-BE49-F238E27FC236}">
                    <a16:creationId xmlns:a16="http://schemas.microsoft.com/office/drawing/2014/main" id="{11958F05-0606-8DD3-2DDF-11F4B90F9884}"/>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8" name="Freeform: Shape 317">
                <a:extLst>
                  <a:ext uri="{FF2B5EF4-FFF2-40B4-BE49-F238E27FC236}">
                    <a16:creationId xmlns:a16="http://schemas.microsoft.com/office/drawing/2014/main" id="{7C57E05C-E4E0-ED52-4139-61BCD192B2A4}"/>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19" name="Freeform: Shape 318">
                <a:extLst>
                  <a:ext uri="{FF2B5EF4-FFF2-40B4-BE49-F238E27FC236}">
                    <a16:creationId xmlns:a16="http://schemas.microsoft.com/office/drawing/2014/main" id="{4B48525D-0F0A-5FCD-06E8-854B6C84AEE6}"/>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0" name="Freeform: Shape 319">
                <a:extLst>
                  <a:ext uri="{FF2B5EF4-FFF2-40B4-BE49-F238E27FC236}">
                    <a16:creationId xmlns:a16="http://schemas.microsoft.com/office/drawing/2014/main" id="{BC3BE11B-F6B8-929D-3A6B-DC28930D61B6}"/>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1" name="Freeform: Shape 320">
                <a:extLst>
                  <a:ext uri="{FF2B5EF4-FFF2-40B4-BE49-F238E27FC236}">
                    <a16:creationId xmlns:a16="http://schemas.microsoft.com/office/drawing/2014/main" id="{3E8E9636-966A-906A-9653-B354A7E56E3A}"/>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2" name="Freeform: Shape 321">
                <a:extLst>
                  <a:ext uri="{FF2B5EF4-FFF2-40B4-BE49-F238E27FC236}">
                    <a16:creationId xmlns:a16="http://schemas.microsoft.com/office/drawing/2014/main" id="{09A3733D-661C-0D5E-C2A9-842AFB2A5EB7}"/>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3" name="Freeform: Shape 322">
                <a:extLst>
                  <a:ext uri="{FF2B5EF4-FFF2-40B4-BE49-F238E27FC236}">
                    <a16:creationId xmlns:a16="http://schemas.microsoft.com/office/drawing/2014/main" id="{6D614CB2-E4F1-A9B7-07F7-5CEC7F18A5A7}"/>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4" name="Freeform: Shape 323">
                <a:extLst>
                  <a:ext uri="{FF2B5EF4-FFF2-40B4-BE49-F238E27FC236}">
                    <a16:creationId xmlns:a16="http://schemas.microsoft.com/office/drawing/2014/main" id="{85ED1F8F-9BD4-7BF0-7B6B-5CAAFCDEFD4D}"/>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5" name="Freeform: Shape 324">
                <a:extLst>
                  <a:ext uri="{FF2B5EF4-FFF2-40B4-BE49-F238E27FC236}">
                    <a16:creationId xmlns:a16="http://schemas.microsoft.com/office/drawing/2014/main" id="{47E37138-8333-1A59-52BE-B39567B08F3B}"/>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6" name="Freeform: Shape 325">
                <a:extLst>
                  <a:ext uri="{FF2B5EF4-FFF2-40B4-BE49-F238E27FC236}">
                    <a16:creationId xmlns:a16="http://schemas.microsoft.com/office/drawing/2014/main" id="{1D58FCD7-1772-9A2E-56D3-61515CB629C9}"/>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7" name="Freeform: Shape 326">
                <a:extLst>
                  <a:ext uri="{FF2B5EF4-FFF2-40B4-BE49-F238E27FC236}">
                    <a16:creationId xmlns:a16="http://schemas.microsoft.com/office/drawing/2014/main" id="{6C742FD9-A25A-B668-D079-3FC5F56AF365}"/>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8" name="Freeform: Shape 327">
                <a:extLst>
                  <a:ext uri="{FF2B5EF4-FFF2-40B4-BE49-F238E27FC236}">
                    <a16:creationId xmlns:a16="http://schemas.microsoft.com/office/drawing/2014/main" id="{E026730D-B66C-A705-B5F6-BAC339EF91A0}"/>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29" name="Freeform: Shape 328">
                <a:extLst>
                  <a:ext uri="{FF2B5EF4-FFF2-40B4-BE49-F238E27FC236}">
                    <a16:creationId xmlns:a16="http://schemas.microsoft.com/office/drawing/2014/main" id="{2BF25E34-9A27-282A-6AA0-8F82AC83D145}"/>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0" name="Freeform: Shape 329">
                <a:extLst>
                  <a:ext uri="{FF2B5EF4-FFF2-40B4-BE49-F238E27FC236}">
                    <a16:creationId xmlns:a16="http://schemas.microsoft.com/office/drawing/2014/main" id="{C195E966-1153-E11A-29C4-80AE13676AA1}"/>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1" name="Freeform: Shape 330">
                <a:extLst>
                  <a:ext uri="{FF2B5EF4-FFF2-40B4-BE49-F238E27FC236}">
                    <a16:creationId xmlns:a16="http://schemas.microsoft.com/office/drawing/2014/main" id="{036C0993-F59A-9A03-9B72-53015B538997}"/>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2" name="Freeform: Shape 331">
                <a:extLst>
                  <a:ext uri="{FF2B5EF4-FFF2-40B4-BE49-F238E27FC236}">
                    <a16:creationId xmlns:a16="http://schemas.microsoft.com/office/drawing/2014/main" id="{3DE69307-E726-D970-8862-08CB60AD0548}"/>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3" name="Freeform: Shape 332">
                <a:extLst>
                  <a:ext uri="{FF2B5EF4-FFF2-40B4-BE49-F238E27FC236}">
                    <a16:creationId xmlns:a16="http://schemas.microsoft.com/office/drawing/2014/main" id="{B078DA40-A14C-EE9A-28AC-BB7DABEDEE77}"/>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grpSp>
        <p:sp>
          <p:nvSpPr>
            <p:cNvPr id="4" name="Rectangle 3">
              <a:extLst>
                <a:ext uri="{FF2B5EF4-FFF2-40B4-BE49-F238E27FC236}">
                  <a16:creationId xmlns:a16="http://schemas.microsoft.com/office/drawing/2014/main" id="{69F87735-782B-8DA4-54F2-75A77979EE79}"/>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49ADCC29-BFFC-9DA0-2444-99ADA1029330}"/>
              </a:ext>
            </a:extLst>
          </p:cNvPr>
          <p:cNvSpPr>
            <a:spLocks noGrp="1"/>
          </p:cNvSpPr>
          <p:nvPr userDrawn="1">
            <p:ph type="title" hasCustomPrompt="1"/>
          </p:nvPr>
        </p:nvSpPr>
        <p:spPr>
          <a:xfrm>
            <a:off x="334963" y="2220532"/>
            <a:ext cx="7457757" cy="1452307"/>
          </a:xfrm>
        </p:spPr>
        <p:txBody>
          <a:bodyPr>
            <a:noAutofit/>
          </a:bodyPr>
          <a:lstStyle>
            <a:lvl1pPr>
              <a:defRPr sz="3600">
                <a:solidFill>
                  <a:schemeClr val="bg2"/>
                </a:solidFill>
              </a:defRPr>
            </a:lvl1pPr>
          </a:lstStyle>
          <a:p>
            <a:r>
              <a:rPr lang="en-US"/>
              <a:t>Click to add slide title </a:t>
            </a:r>
            <a:br>
              <a:rPr lang="en-US"/>
            </a:br>
            <a:r>
              <a:rPr lang="en-US"/>
              <a:t>(Arial 36 pt)</a:t>
            </a:r>
            <a:endParaRPr lang="en-IN"/>
          </a:p>
        </p:txBody>
      </p:sp>
      <p:sp>
        <p:nvSpPr>
          <p:cNvPr id="13" name="Text Placeholder 12">
            <a:extLst>
              <a:ext uri="{FF2B5EF4-FFF2-40B4-BE49-F238E27FC236}">
                <a16:creationId xmlns:a16="http://schemas.microsoft.com/office/drawing/2014/main" id="{CA41B1C5-C51C-440C-3310-61B269700540}"/>
              </a:ext>
            </a:extLst>
          </p:cNvPr>
          <p:cNvSpPr>
            <a:spLocks noGrp="1"/>
          </p:cNvSpPr>
          <p:nvPr userDrawn="1">
            <p:ph type="body" sz="quarter" idx="14" hasCustomPrompt="1"/>
          </p:nvPr>
        </p:nvSpPr>
        <p:spPr>
          <a:xfrm>
            <a:off x="334963" y="4006422"/>
            <a:ext cx="7457757" cy="315816"/>
          </a:xfrm>
          <a:prstGeom prst="rect">
            <a:avLst/>
          </a:prstGeom>
        </p:spPr>
        <p:txBody>
          <a:bodyPr>
            <a:noAutofit/>
          </a:bodyPr>
          <a:lstStyle>
            <a:lvl1pPr marL="0" indent="0">
              <a:lnSpc>
                <a:spcPct val="100000"/>
              </a:lnSpc>
              <a:spcBef>
                <a:spcPts val="200"/>
              </a:spcBef>
              <a:spcAft>
                <a:spcPts val="200"/>
              </a:spcAft>
              <a:buNone/>
              <a:defRPr>
                <a:solidFill>
                  <a:schemeClr val="tx1"/>
                </a:solidFill>
              </a:defRPr>
            </a:lvl1pPr>
            <a:lvl3pPr>
              <a:defRPr/>
            </a:lvl3pPr>
          </a:lstStyle>
          <a:p>
            <a:pPr lvl="0"/>
            <a:r>
              <a:rPr lang="en-US"/>
              <a:t>Click here to add subtitle</a:t>
            </a:r>
            <a:endParaRPr lang="en-IN"/>
          </a:p>
        </p:txBody>
      </p:sp>
      <p:sp>
        <p:nvSpPr>
          <p:cNvPr id="15" name="Text Placeholder 12">
            <a:extLst>
              <a:ext uri="{FF2B5EF4-FFF2-40B4-BE49-F238E27FC236}">
                <a16:creationId xmlns:a16="http://schemas.microsoft.com/office/drawing/2014/main" id="{1A34B999-CBE5-30BF-530A-145FC3F34DF3}"/>
              </a:ext>
            </a:extLst>
          </p:cNvPr>
          <p:cNvSpPr>
            <a:spLocks noGrp="1"/>
          </p:cNvSpPr>
          <p:nvPr userDrawn="1">
            <p:ph type="body" sz="quarter" idx="15" hasCustomPrompt="1"/>
          </p:nvPr>
        </p:nvSpPr>
        <p:spPr>
          <a:xfrm>
            <a:off x="334963" y="4626182"/>
            <a:ext cx="7457757" cy="315816"/>
          </a:xfrm>
          <a:prstGeom prst="rect">
            <a:avLst/>
          </a:prstGeom>
        </p:spPr>
        <p:txBody>
          <a:bodyPr>
            <a:noAutofit/>
          </a:bodyPr>
          <a:lstStyle>
            <a:lvl1pPr marL="0" indent="0">
              <a:lnSpc>
                <a:spcPct val="100000"/>
              </a:lnSpc>
              <a:spcBef>
                <a:spcPts val="200"/>
              </a:spcBef>
              <a:spcAft>
                <a:spcPts val="200"/>
              </a:spcAft>
              <a:buNone/>
              <a:defRPr sz="1400">
                <a:solidFill>
                  <a:schemeClr val="tx1"/>
                </a:solidFill>
              </a:defRPr>
            </a:lvl1pPr>
            <a:lvl3pPr>
              <a:defRPr/>
            </a:lvl3pPr>
          </a:lstStyle>
          <a:p>
            <a:pPr lvl="0"/>
            <a:r>
              <a:rPr lang="en-US"/>
              <a:t>Click here to add date</a:t>
            </a:r>
            <a:endParaRPr lang="en-IN"/>
          </a:p>
        </p:txBody>
      </p:sp>
      <p:sp>
        <p:nvSpPr>
          <p:cNvPr id="120" name="TextBox 119">
            <a:extLst>
              <a:ext uri="{FF2B5EF4-FFF2-40B4-BE49-F238E27FC236}">
                <a16:creationId xmlns:a16="http://schemas.microsoft.com/office/drawing/2014/main" id="{6BC07028-2ABA-0FE9-2EC5-5FAF0602018F}"/>
              </a:ext>
            </a:extLst>
          </p:cNvPr>
          <p:cNvSpPr txBox="1"/>
          <p:nvPr userDrawn="1"/>
        </p:nvSpPr>
        <p:spPr>
          <a:xfrm>
            <a:off x="334963" y="5892671"/>
            <a:ext cx="6094562" cy="338554"/>
          </a:xfrm>
          <a:prstGeom prst="rect">
            <a:avLst/>
          </a:prstGeom>
        </p:spPr>
        <p:txBody>
          <a:bodyPr vert="horz" lIns="0" tIns="0" rIns="0" bIns="0" rtlCol="0" anchor="b">
            <a:noAutofit/>
          </a:bodyPr>
          <a:lstStyle>
            <a:lvl1pPr lvl="0" indent="0" defTabSz="914400">
              <a:lnSpc>
                <a:spcPct val="100000"/>
              </a:lnSpc>
              <a:spcBef>
                <a:spcPts val="200"/>
              </a:spcBef>
              <a:spcAft>
                <a:spcPts val="200"/>
              </a:spcAft>
              <a:buClr>
                <a:schemeClr val="bg2"/>
              </a:buClr>
              <a:buSzPct val="110000"/>
              <a:buFont typeface="Wingdings" panose="05000000000000000000" pitchFamily="2" charset="2"/>
              <a:buNone/>
              <a:defRPr lang="en-US" sz="800" dirty="0">
                <a:solidFill>
                  <a:schemeClr val="tx1">
                    <a:lumMod val="50000"/>
                    <a:lumOff val="50000"/>
                  </a:schemeClr>
                </a:solidFill>
                <a:latin typeface="+mj-lt"/>
                <a:cs typeface="Arial" panose="020B0604020202020204" pitchFamily="34" charset="0"/>
              </a:defRPr>
            </a:lvl1pPr>
            <a:lvl2pPr marL="36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2pPr>
            <a:lvl3pPr marL="54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3pPr>
            <a:lvl4pPr marL="911225"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4pPr>
            <a:lvl5pPr marL="1090613" indent="-180000" defTabSz="914400">
              <a:lnSpc>
                <a:spcPct val="100000"/>
              </a:lnSpc>
              <a:spcBef>
                <a:spcPts val="300"/>
              </a:spcBef>
              <a:spcAft>
                <a:spcPts val="300"/>
              </a:spcAft>
              <a:buClr>
                <a:schemeClr val="bg2"/>
              </a:buClr>
              <a:buSzPct val="110000"/>
              <a:buFont typeface="Wingdings" panose="05000000000000000000" pitchFamily="2" charset="2"/>
              <a:buChar char="§"/>
              <a:defRPr lang="en-IN" sz="1400" dirty="0">
                <a:latin typeface="+mj-lt"/>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r>
              <a:rPr lang="en-US"/>
              <a:t>This document is solely for the use of client personnel. No part of it may be circulated, quoted or reproduced for distribution outside of the client organization without prior written approval of ProcDNA.</a:t>
            </a:r>
          </a:p>
        </p:txBody>
      </p:sp>
      <p:sp>
        <p:nvSpPr>
          <p:cNvPr id="2" name="Graphic 41">
            <a:extLst>
              <a:ext uri="{FF2B5EF4-FFF2-40B4-BE49-F238E27FC236}">
                <a16:creationId xmlns:a16="http://schemas.microsoft.com/office/drawing/2014/main" id="{36E7B259-6DED-4455-4C39-79CE2FC27613}"/>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a:p>
        </p:txBody>
      </p:sp>
    </p:spTree>
    <p:extLst>
      <p:ext uri="{BB962C8B-B14F-4D97-AF65-F5344CB8AC3E}">
        <p14:creationId xmlns:p14="http://schemas.microsoft.com/office/powerpoint/2010/main" val="2780562689"/>
      </p:ext>
    </p:extLst>
  </p:cSld>
  <p:clrMapOvr>
    <a:masterClrMapping/>
  </p:clrMapOvr>
  <p:extLst>
    <p:ext uri="{DCECCB84-F9BA-43D5-87BE-67443E8EF086}">
      <p15:sldGuideLst xmlns:p15="http://schemas.microsoft.com/office/powerpoint/2012/main">
        <p15:guide id="2" orient="horz" pos="2316" userDrawn="1">
          <p15:clr>
            <a:srgbClr val="FBAE40"/>
          </p15:clr>
        </p15:guide>
        <p15:guide id="3" orient="horz" pos="3113" userDrawn="1">
          <p15:clr>
            <a:srgbClr val="FBAE40"/>
          </p15:clr>
        </p15:guide>
        <p15:guide id="4" orient="horz" pos="392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Client Log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EEE80A-9B12-52E7-6C96-0C40466BCFF6}"/>
              </a:ext>
            </a:extLst>
          </p:cNvPr>
          <p:cNvGrpSpPr/>
          <p:nvPr userDrawn="1"/>
        </p:nvGrpSpPr>
        <p:grpSpPr>
          <a:xfrm>
            <a:off x="7096634" y="0"/>
            <a:ext cx="4993766" cy="6858000"/>
            <a:chOff x="6968490" y="0"/>
            <a:chExt cx="4993766" cy="6858000"/>
          </a:xfrm>
        </p:grpSpPr>
        <p:grpSp>
          <p:nvGrpSpPr>
            <p:cNvPr id="63" name="Graphic 4">
              <a:extLst>
                <a:ext uri="{FF2B5EF4-FFF2-40B4-BE49-F238E27FC236}">
                  <a16:creationId xmlns:a16="http://schemas.microsoft.com/office/drawing/2014/main" id="{61E15DBA-B41E-211D-4F39-C3235B2290AA}"/>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166" name="Freeform: Shape 165">
                <a:extLst>
                  <a:ext uri="{FF2B5EF4-FFF2-40B4-BE49-F238E27FC236}">
                    <a16:creationId xmlns:a16="http://schemas.microsoft.com/office/drawing/2014/main" id="{45611282-C482-C23F-858D-040C32259ACF}"/>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173" name="Freeform: Shape 172">
                <a:extLst>
                  <a:ext uri="{FF2B5EF4-FFF2-40B4-BE49-F238E27FC236}">
                    <a16:creationId xmlns:a16="http://schemas.microsoft.com/office/drawing/2014/main" id="{D81475EE-51AC-5AD2-866A-CDF986B1C4C1}"/>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06" name="Freeform: Shape 205">
                <a:extLst>
                  <a:ext uri="{FF2B5EF4-FFF2-40B4-BE49-F238E27FC236}">
                    <a16:creationId xmlns:a16="http://schemas.microsoft.com/office/drawing/2014/main" id="{9CB0E960-16A3-BEBB-FBF4-60324746D9EB}"/>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242" name="Freeform: Shape 241">
                <a:extLst>
                  <a:ext uri="{FF2B5EF4-FFF2-40B4-BE49-F238E27FC236}">
                    <a16:creationId xmlns:a16="http://schemas.microsoft.com/office/drawing/2014/main" id="{F2CC5735-6623-943E-A2A1-86D0E1BF3669}"/>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4" name="Freeform: Shape 333">
                <a:extLst>
                  <a:ext uri="{FF2B5EF4-FFF2-40B4-BE49-F238E27FC236}">
                    <a16:creationId xmlns:a16="http://schemas.microsoft.com/office/drawing/2014/main" id="{5470D344-6474-0350-B856-90D64B8F7EA6}"/>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5" name="Freeform: Shape 334">
                <a:extLst>
                  <a:ext uri="{FF2B5EF4-FFF2-40B4-BE49-F238E27FC236}">
                    <a16:creationId xmlns:a16="http://schemas.microsoft.com/office/drawing/2014/main" id="{F0A6BE1C-074D-80B1-1C66-1EB0B5437D35}"/>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6" name="Freeform: Shape 335">
                <a:extLst>
                  <a:ext uri="{FF2B5EF4-FFF2-40B4-BE49-F238E27FC236}">
                    <a16:creationId xmlns:a16="http://schemas.microsoft.com/office/drawing/2014/main" id="{93F182AF-10B0-6F24-515A-0AAE797BB581}"/>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7" name="Freeform: Shape 336">
                <a:extLst>
                  <a:ext uri="{FF2B5EF4-FFF2-40B4-BE49-F238E27FC236}">
                    <a16:creationId xmlns:a16="http://schemas.microsoft.com/office/drawing/2014/main" id="{400E654C-EE4A-4C39-DD7C-EA2CEFD95BAE}"/>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8" name="Freeform: Shape 337">
                <a:extLst>
                  <a:ext uri="{FF2B5EF4-FFF2-40B4-BE49-F238E27FC236}">
                    <a16:creationId xmlns:a16="http://schemas.microsoft.com/office/drawing/2014/main" id="{5C4ACF2F-D8B4-3EB1-2778-F9DEC5D90BBD}"/>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9" name="Freeform: Shape 338">
                <a:extLst>
                  <a:ext uri="{FF2B5EF4-FFF2-40B4-BE49-F238E27FC236}">
                    <a16:creationId xmlns:a16="http://schemas.microsoft.com/office/drawing/2014/main" id="{D76FE2D5-E12E-D489-FABB-A5AFB67E97FF}"/>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0" name="Freeform: Shape 339">
                <a:extLst>
                  <a:ext uri="{FF2B5EF4-FFF2-40B4-BE49-F238E27FC236}">
                    <a16:creationId xmlns:a16="http://schemas.microsoft.com/office/drawing/2014/main" id="{19AE1721-CC0B-409B-16FB-F2F55E8332BE}"/>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1" name="Freeform: Shape 340">
                <a:extLst>
                  <a:ext uri="{FF2B5EF4-FFF2-40B4-BE49-F238E27FC236}">
                    <a16:creationId xmlns:a16="http://schemas.microsoft.com/office/drawing/2014/main" id="{92322EA1-0735-9670-86B2-B79FDFB86AF6}"/>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2" name="Freeform: Shape 341">
                <a:extLst>
                  <a:ext uri="{FF2B5EF4-FFF2-40B4-BE49-F238E27FC236}">
                    <a16:creationId xmlns:a16="http://schemas.microsoft.com/office/drawing/2014/main" id="{57810CC7-11EE-F35B-1421-21BAB06B6DA7}"/>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3" name="Freeform: Shape 342">
                <a:extLst>
                  <a:ext uri="{FF2B5EF4-FFF2-40B4-BE49-F238E27FC236}">
                    <a16:creationId xmlns:a16="http://schemas.microsoft.com/office/drawing/2014/main" id="{92CD1147-6A20-A0F3-AB6D-AB8376FA23B3}"/>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4" name="Freeform: Shape 343">
                <a:extLst>
                  <a:ext uri="{FF2B5EF4-FFF2-40B4-BE49-F238E27FC236}">
                    <a16:creationId xmlns:a16="http://schemas.microsoft.com/office/drawing/2014/main" id="{E8646FD0-E3EC-F0BA-37F6-0BDEA7C278CA}"/>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5" name="Freeform: Shape 344">
                <a:extLst>
                  <a:ext uri="{FF2B5EF4-FFF2-40B4-BE49-F238E27FC236}">
                    <a16:creationId xmlns:a16="http://schemas.microsoft.com/office/drawing/2014/main" id="{B0D990C5-5195-8599-4DA4-D8221F238F57}"/>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6" name="Freeform: Shape 345">
                <a:extLst>
                  <a:ext uri="{FF2B5EF4-FFF2-40B4-BE49-F238E27FC236}">
                    <a16:creationId xmlns:a16="http://schemas.microsoft.com/office/drawing/2014/main" id="{86CF0452-D687-D312-D4A8-2B6333371C60}"/>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7" name="Freeform: Shape 346">
                <a:extLst>
                  <a:ext uri="{FF2B5EF4-FFF2-40B4-BE49-F238E27FC236}">
                    <a16:creationId xmlns:a16="http://schemas.microsoft.com/office/drawing/2014/main" id="{D52BFD7F-1B18-E6AA-A1DA-34CA1F097F92}"/>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8" name="Freeform: Shape 347">
                <a:extLst>
                  <a:ext uri="{FF2B5EF4-FFF2-40B4-BE49-F238E27FC236}">
                    <a16:creationId xmlns:a16="http://schemas.microsoft.com/office/drawing/2014/main" id="{B90F54D8-7A33-3CE8-DF87-29666454C1C8}"/>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9" name="Freeform: Shape 348">
                <a:extLst>
                  <a:ext uri="{FF2B5EF4-FFF2-40B4-BE49-F238E27FC236}">
                    <a16:creationId xmlns:a16="http://schemas.microsoft.com/office/drawing/2014/main" id="{3B9BD3B1-595C-BCCD-9D39-F6C96C956E18}"/>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0" name="Freeform: Shape 349">
                <a:extLst>
                  <a:ext uri="{FF2B5EF4-FFF2-40B4-BE49-F238E27FC236}">
                    <a16:creationId xmlns:a16="http://schemas.microsoft.com/office/drawing/2014/main" id="{ADF417B5-1275-98C4-195F-5AD11A21365B}"/>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1" name="Freeform: Shape 350">
                <a:extLst>
                  <a:ext uri="{FF2B5EF4-FFF2-40B4-BE49-F238E27FC236}">
                    <a16:creationId xmlns:a16="http://schemas.microsoft.com/office/drawing/2014/main" id="{74B08B28-C16E-7B6F-6A38-3727ACAAD275}"/>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2" name="Freeform: Shape 351">
                <a:extLst>
                  <a:ext uri="{FF2B5EF4-FFF2-40B4-BE49-F238E27FC236}">
                    <a16:creationId xmlns:a16="http://schemas.microsoft.com/office/drawing/2014/main" id="{EF8EF4E1-D3DD-63C5-93BD-75ACB10B668B}"/>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3" name="Freeform: Shape 352">
                <a:extLst>
                  <a:ext uri="{FF2B5EF4-FFF2-40B4-BE49-F238E27FC236}">
                    <a16:creationId xmlns:a16="http://schemas.microsoft.com/office/drawing/2014/main" id="{3261C3BF-8935-7AC9-B15A-649500377EBF}"/>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4" name="Freeform: Shape 353">
                <a:extLst>
                  <a:ext uri="{FF2B5EF4-FFF2-40B4-BE49-F238E27FC236}">
                    <a16:creationId xmlns:a16="http://schemas.microsoft.com/office/drawing/2014/main" id="{AC6F09F8-39F7-860F-1933-BA9DBEC5A82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5" name="Freeform: Shape 354">
                <a:extLst>
                  <a:ext uri="{FF2B5EF4-FFF2-40B4-BE49-F238E27FC236}">
                    <a16:creationId xmlns:a16="http://schemas.microsoft.com/office/drawing/2014/main" id="{41FA297B-A044-FBE8-A511-A1BD4C4D3165}"/>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6" name="Freeform: Shape 355">
                <a:extLst>
                  <a:ext uri="{FF2B5EF4-FFF2-40B4-BE49-F238E27FC236}">
                    <a16:creationId xmlns:a16="http://schemas.microsoft.com/office/drawing/2014/main" id="{F27BDFE9-5493-09D8-0EB5-BE754B884DF3}"/>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7" name="Freeform: Shape 356">
                <a:extLst>
                  <a:ext uri="{FF2B5EF4-FFF2-40B4-BE49-F238E27FC236}">
                    <a16:creationId xmlns:a16="http://schemas.microsoft.com/office/drawing/2014/main" id="{EDC3D290-E68D-B3B2-E239-C06EE35ECCF4}"/>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8" name="Freeform: Shape 357">
                <a:extLst>
                  <a:ext uri="{FF2B5EF4-FFF2-40B4-BE49-F238E27FC236}">
                    <a16:creationId xmlns:a16="http://schemas.microsoft.com/office/drawing/2014/main" id="{BC3F24D3-75F2-3ADE-5446-78A0CA8943D7}"/>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9" name="Freeform: Shape 358">
                <a:extLst>
                  <a:ext uri="{FF2B5EF4-FFF2-40B4-BE49-F238E27FC236}">
                    <a16:creationId xmlns:a16="http://schemas.microsoft.com/office/drawing/2014/main" id="{C94EAB91-C9D5-D687-9350-A1B0C40BFD36}"/>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0" name="Freeform: Shape 359">
                <a:extLst>
                  <a:ext uri="{FF2B5EF4-FFF2-40B4-BE49-F238E27FC236}">
                    <a16:creationId xmlns:a16="http://schemas.microsoft.com/office/drawing/2014/main" id="{F582FAC7-374E-D4C5-7D0F-BDE7472D16C2}"/>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1" name="Freeform: Shape 360">
                <a:extLst>
                  <a:ext uri="{FF2B5EF4-FFF2-40B4-BE49-F238E27FC236}">
                    <a16:creationId xmlns:a16="http://schemas.microsoft.com/office/drawing/2014/main" id="{C2AE5C58-6B24-3D04-2239-B6320E146FA1}"/>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2" name="Freeform: Shape 361">
                <a:extLst>
                  <a:ext uri="{FF2B5EF4-FFF2-40B4-BE49-F238E27FC236}">
                    <a16:creationId xmlns:a16="http://schemas.microsoft.com/office/drawing/2014/main" id="{374C9256-59DE-CF25-D5E8-C83627890F5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3" name="Freeform: Shape 362">
                <a:extLst>
                  <a:ext uri="{FF2B5EF4-FFF2-40B4-BE49-F238E27FC236}">
                    <a16:creationId xmlns:a16="http://schemas.microsoft.com/office/drawing/2014/main" id="{FE93965C-77DB-6CDC-27AB-32F6DAAFC7D3}"/>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4" name="Freeform: Shape 363">
                <a:extLst>
                  <a:ext uri="{FF2B5EF4-FFF2-40B4-BE49-F238E27FC236}">
                    <a16:creationId xmlns:a16="http://schemas.microsoft.com/office/drawing/2014/main" id="{F96B6C67-A87A-A5F8-FADA-A20AF2441851}"/>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5" name="Freeform: Shape 364">
                <a:extLst>
                  <a:ext uri="{FF2B5EF4-FFF2-40B4-BE49-F238E27FC236}">
                    <a16:creationId xmlns:a16="http://schemas.microsoft.com/office/drawing/2014/main" id="{3FE22FB2-51D8-DF49-DF57-CD50ECA71E09}"/>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8" name="Freeform: Shape 367">
                <a:extLst>
                  <a:ext uri="{FF2B5EF4-FFF2-40B4-BE49-F238E27FC236}">
                    <a16:creationId xmlns:a16="http://schemas.microsoft.com/office/drawing/2014/main" id="{D6F2008D-493D-F64B-6E55-E79945E1907D}"/>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1" name="Freeform: Shape 370">
                <a:extLst>
                  <a:ext uri="{FF2B5EF4-FFF2-40B4-BE49-F238E27FC236}">
                    <a16:creationId xmlns:a16="http://schemas.microsoft.com/office/drawing/2014/main" id="{D11871F6-1830-2F31-46A3-F82986599268}"/>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2" name="Freeform: Shape 371">
                <a:extLst>
                  <a:ext uri="{FF2B5EF4-FFF2-40B4-BE49-F238E27FC236}">
                    <a16:creationId xmlns:a16="http://schemas.microsoft.com/office/drawing/2014/main" id="{EAE32652-B46F-BDEC-FB37-E198A810B1F9}"/>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3" name="Freeform: Shape 372">
                <a:extLst>
                  <a:ext uri="{FF2B5EF4-FFF2-40B4-BE49-F238E27FC236}">
                    <a16:creationId xmlns:a16="http://schemas.microsoft.com/office/drawing/2014/main" id="{184CFADD-B218-7121-8494-5F1A4B4FEEFC}"/>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4" name="Freeform: Shape 373">
                <a:extLst>
                  <a:ext uri="{FF2B5EF4-FFF2-40B4-BE49-F238E27FC236}">
                    <a16:creationId xmlns:a16="http://schemas.microsoft.com/office/drawing/2014/main" id="{DA1FEF2E-5950-9562-E959-967CA18D9D39}"/>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5" name="Freeform: Shape 374">
                <a:extLst>
                  <a:ext uri="{FF2B5EF4-FFF2-40B4-BE49-F238E27FC236}">
                    <a16:creationId xmlns:a16="http://schemas.microsoft.com/office/drawing/2014/main" id="{FCEB9376-F426-AC52-0D13-C93DDCD0B85C}"/>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6" name="Freeform: Shape 375">
                <a:extLst>
                  <a:ext uri="{FF2B5EF4-FFF2-40B4-BE49-F238E27FC236}">
                    <a16:creationId xmlns:a16="http://schemas.microsoft.com/office/drawing/2014/main" id="{9C395203-E71A-CDF0-6902-82B63867FB76}"/>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7" name="Freeform: Shape 376">
                <a:extLst>
                  <a:ext uri="{FF2B5EF4-FFF2-40B4-BE49-F238E27FC236}">
                    <a16:creationId xmlns:a16="http://schemas.microsoft.com/office/drawing/2014/main" id="{EAD18AD7-530B-7BBF-FEE4-15C14BF97610}"/>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8" name="Freeform: Shape 377">
                <a:extLst>
                  <a:ext uri="{FF2B5EF4-FFF2-40B4-BE49-F238E27FC236}">
                    <a16:creationId xmlns:a16="http://schemas.microsoft.com/office/drawing/2014/main" id="{3624B96F-B5FB-4A0B-B309-CC069A487FC9}"/>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9" name="Freeform: Shape 378">
                <a:extLst>
                  <a:ext uri="{FF2B5EF4-FFF2-40B4-BE49-F238E27FC236}">
                    <a16:creationId xmlns:a16="http://schemas.microsoft.com/office/drawing/2014/main" id="{C33365C4-9829-C592-2536-F71F9E6261EC}"/>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0" name="Freeform: Shape 379">
                <a:extLst>
                  <a:ext uri="{FF2B5EF4-FFF2-40B4-BE49-F238E27FC236}">
                    <a16:creationId xmlns:a16="http://schemas.microsoft.com/office/drawing/2014/main" id="{E69F597A-F489-0D5E-00D8-91DFC7E98F62}"/>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1" name="Freeform: Shape 380">
                <a:extLst>
                  <a:ext uri="{FF2B5EF4-FFF2-40B4-BE49-F238E27FC236}">
                    <a16:creationId xmlns:a16="http://schemas.microsoft.com/office/drawing/2014/main" id="{61EA6A83-01D7-A1B8-BEFF-A1904AD0B741}"/>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2" name="Freeform: Shape 381">
                <a:extLst>
                  <a:ext uri="{FF2B5EF4-FFF2-40B4-BE49-F238E27FC236}">
                    <a16:creationId xmlns:a16="http://schemas.microsoft.com/office/drawing/2014/main" id="{CD36F4CF-DEBA-4490-EDC9-5A67DD64E0F6}"/>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3" name="Freeform: Shape 382">
                <a:extLst>
                  <a:ext uri="{FF2B5EF4-FFF2-40B4-BE49-F238E27FC236}">
                    <a16:creationId xmlns:a16="http://schemas.microsoft.com/office/drawing/2014/main" id="{94D8D0A8-2821-634D-8434-05B82B15DE3F}"/>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4" name="Freeform: Shape 383">
                <a:extLst>
                  <a:ext uri="{FF2B5EF4-FFF2-40B4-BE49-F238E27FC236}">
                    <a16:creationId xmlns:a16="http://schemas.microsoft.com/office/drawing/2014/main" id="{1F8A02EE-E7B1-9C54-D851-6925AA1574C9}"/>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5" name="Freeform: Shape 384">
                <a:extLst>
                  <a:ext uri="{FF2B5EF4-FFF2-40B4-BE49-F238E27FC236}">
                    <a16:creationId xmlns:a16="http://schemas.microsoft.com/office/drawing/2014/main" id="{6D0B811F-6E5D-6876-A960-4C25290CD021}"/>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6" name="Freeform: Shape 385">
                <a:extLst>
                  <a:ext uri="{FF2B5EF4-FFF2-40B4-BE49-F238E27FC236}">
                    <a16:creationId xmlns:a16="http://schemas.microsoft.com/office/drawing/2014/main" id="{DF90C1FB-4E68-9644-86D6-9DB99722AD49}"/>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7" name="Freeform: Shape 386">
                <a:extLst>
                  <a:ext uri="{FF2B5EF4-FFF2-40B4-BE49-F238E27FC236}">
                    <a16:creationId xmlns:a16="http://schemas.microsoft.com/office/drawing/2014/main" id="{A26ABB85-D502-25C9-706D-382B747495F6}"/>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8" name="Freeform: Shape 387">
                <a:extLst>
                  <a:ext uri="{FF2B5EF4-FFF2-40B4-BE49-F238E27FC236}">
                    <a16:creationId xmlns:a16="http://schemas.microsoft.com/office/drawing/2014/main" id="{3D9EA73E-F257-B1DC-F7E3-9651FFC2F5D7}"/>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9" name="Freeform: Shape 388">
                <a:extLst>
                  <a:ext uri="{FF2B5EF4-FFF2-40B4-BE49-F238E27FC236}">
                    <a16:creationId xmlns:a16="http://schemas.microsoft.com/office/drawing/2014/main" id="{3E0720DB-302A-2BDE-6241-DBBF6F34287F}"/>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0" name="Freeform: Shape 389">
                <a:extLst>
                  <a:ext uri="{FF2B5EF4-FFF2-40B4-BE49-F238E27FC236}">
                    <a16:creationId xmlns:a16="http://schemas.microsoft.com/office/drawing/2014/main" id="{BE38C237-0D0B-37C8-4167-57C5B1ADF911}"/>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1" name="Freeform: Shape 390">
                <a:extLst>
                  <a:ext uri="{FF2B5EF4-FFF2-40B4-BE49-F238E27FC236}">
                    <a16:creationId xmlns:a16="http://schemas.microsoft.com/office/drawing/2014/main" id="{E9DE3033-D4CB-469E-DE75-750339E0FEA8}"/>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2" name="Freeform: Shape 391">
                <a:extLst>
                  <a:ext uri="{FF2B5EF4-FFF2-40B4-BE49-F238E27FC236}">
                    <a16:creationId xmlns:a16="http://schemas.microsoft.com/office/drawing/2014/main" id="{BCBF2241-3A5C-1FAD-49E6-0681F05836D7}"/>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3" name="Freeform: Shape 392">
                <a:extLst>
                  <a:ext uri="{FF2B5EF4-FFF2-40B4-BE49-F238E27FC236}">
                    <a16:creationId xmlns:a16="http://schemas.microsoft.com/office/drawing/2014/main" id="{0DCE9841-2F67-98A7-7D8D-43CAAD1A00FB}"/>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4" name="Freeform: Shape 393">
                <a:extLst>
                  <a:ext uri="{FF2B5EF4-FFF2-40B4-BE49-F238E27FC236}">
                    <a16:creationId xmlns:a16="http://schemas.microsoft.com/office/drawing/2014/main" id="{6C14B550-F87C-E5C5-23BB-9F1094ED780E}"/>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5" name="Freeform: Shape 394">
                <a:extLst>
                  <a:ext uri="{FF2B5EF4-FFF2-40B4-BE49-F238E27FC236}">
                    <a16:creationId xmlns:a16="http://schemas.microsoft.com/office/drawing/2014/main" id="{4B15C96A-1EE6-61A5-0CD5-DDBF185F2A0D}"/>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6" name="Freeform: Shape 395">
                <a:extLst>
                  <a:ext uri="{FF2B5EF4-FFF2-40B4-BE49-F238E27FC236}">
                    <a16:creationId xmlns:a16="http://schemas.microsoft.com/office/drawing/2014/main" id="{86104E73-19DA-A75A-5743-D8361AFF126F}"/>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7" name="Freeform: Shape 396">
                <a:extLst>
                  <a:ext uri="{FF2B5EF4-FFF2-40B4-BE49-F238E27FC236}">
                    <a16:creationId xmlns:a16="http://schemas.microsoft.com/office/drawing/2014/main" id="{88FAEE65-0CBA-226F-7379-6C18F216ECA7}"/>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8" name="Freeform: Shape 397">
                <a:extLst>
                  <a:ext uri="{FF2B5EF4-FFF2-40B4-BE49-F238E27FC236}">
                    <a16:creationId xmlns:a16="http://schemas.microsoft.com/office/drawing/2014/main" id="{4AF23B4D-FC25-292D-C1C2-ADB1CA2CB1AF}"/>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9" name="Freeform: Shape 398">
                <a:extLst>
                  <a:ext uri="{FF2B5EF4-FFF2-40B4-BE49-F238E27FC236}">
                    <a16:creationId xmlns:a16="http://schemas.microsoft.com/office/drawing/2014/main" id="{72F11FDE-A91E-655C-D083-47BADEF65157}"/>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0" name="Freeform: Shape 399">
                <a:extLst>
                  <a:ext uri="{FF2B5EF4-FFF2-40B4-BE49-F238E27FC236}">
                    <a16:creationId xmlns:a16="http://schemas.microsoft.com/office/drawing/2014/main" id="{58958483-022F-A63D-425D-1F32C972786E}"/>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1" name="Freeform: Shape 400">
                <a:extLst>
                  <a:ext uri="{FF2B5EF4-FFF2-40B4-BE49-F238E27FC236}">
                    <a16:creationId xmlns:a16="http://schemas.microsoft.com/office/drawing/2014/main" id="{D4E77FA3-B4C2-0811-5F7A-707A86080F78}"/>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2" name="Freeform: Shape 401">
                <a:extLst>
                  <a:ext uri="{FF2B5EF4-FFF2-40B4-BE49-F238E27FC236}">
                    <a16:creationId xmlns:a16="http://schemas.microsoft.com/office/drawing/2014/main" id="{B95BF763-2450-8968-8B7E-CBD7F7E347F3}"/>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3" name="Freeform: Shape 402">
                <a:extLst>
                  <a:ext uri="{FF2B5EF4-FFF2-40B4-BE49-F238E27FC236}">
                    <a16:creationId xmlns:a16="http://schemas.microsoft.com/office/drawing/2014/main" id="{3D441E1B-7415-30EF-5622-1776C287403F}"/>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4" name="Freeform: Shape 403">
                <a:extLst>
                  <a:ext uri="{FF2B5EF4-FFF2-40B4-BE49-F238E27FC236}">
                    <a16:creationId xmlns:a16="http://schemas.microsoft.com/office/drawing/2014/main" id="{FC5F48CF-EB57-42C3-7130-F7351F15743F}"/>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5" name="Freeform: Shape 404">
                <a:extLst>
                  <a:ext uri="{FF2B5EF4-FFF2-40B4-BE49-F238E27FC236}">
                    <a16:creationId xmlns:a16="http://schemas.microsoft.com/office/drawing/2014/main" id="{267B0221-0DC6-C031-F25D-EE56ABCF481A}"/>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6" name="Freeform: Shape 405">
                <a:extLst>
                  <a:ext uri="{FF2B5EF4-FFF2-40B4-BE49-F238E27FC236}">
                    <a16:creationId xmlns:a16="http://schemas.microsoft.com/office/drawing/2014/main" id="{EF649419-62D8-EB3C-880B-095B0AD24CD8}"/>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7" name="Freeform: Shape 406">
                <a:extLst>
                  <a:ext uri="{FF2B5EF4-FFF2-40B4-BE49-F238E27FC236}">
                    <a16:creationId xmlns:a16="http://schemas.microsoft.com/office/drawing/2014/main" id="{6D2F87DF-DA90-9FC1-6DA7-F625892D858B}"/>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8" name="Freeform: Shape 407">
                <a:extLst>
                  <a:ext uri="{FF2B5EF4-FFF2-40B4-BE49-F238E27FC236}">
                    <a16:creationId xmlns:a16="http://schemas.microsoft.com/office/drawing/2014/main" id="{A4B420E3-F6F4-ACE3-250E-96A7305A2D5E}"/>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9" name="Freeform: Shape 408">
                <a:extLst>
                  <a:ext uri="{FF2B5EF4-FFF2-40B4-BE49-F238E27FC236}">
                    <a16:creationId xmlns:a16="http://schemas.microsoft.com/office/drawing/2014/main" id="{BE6D59F3-2668-3342-971C-8764C97BA6EE}"/>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0" name="Freeform: Shape 409">
                <a:extLst>
                  <a:ext uri="{FF2B5EF4-FFF2-40B4-BE49-F238E27FC236}">
                    <a16:creationId xmlns:a16="http://schemas.microsoft.com/office/drawing/2014/main" id="{B3ADE929-A13E-11E0-E176-058F5EDE0047}"/>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1" name="Freeform: Shape 410">
                <a:extLst>
                  <a:ext uri="{FF2B5EF4-FFF2-40B4-BE49-F238E27FC236}">
                    <a16:creationId xmlns:a16="http://schemas.microsoft.com/office/drawing/2014/main" id="{EF5A9E2D-2F7D-0B0E-C7D1-6A5F23A61335}"/>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2" name="Freeform: Shape 411">
                <a:extLst>
                  <a:ext uri="{FF2B5EF4-FFF2-40B4-BE49-F238E27FC236}">
                    <a16:creationId xmlns:a16="http://schemas.microsoft.com/office/drawing/2014/main" id="{69391ECD-A3F8-85DE-3078-979BB5B5B614}"/>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3" name="Freeform: Shape 412">
                <a:extLst>
                  <a:ext uri="{FF2B5EF4-FFF2-40B4-BE49-F238E27FC236}">
                    <a16:creationId xmlns:a16="http://schemas.microsoft.com/office/drawing/2014/main" id="{68F0A581-BD54-8218-D4A4-1F2955E417DE}"/>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4" name="Freeform: Shape 413">
                <a:extLst>
                  <a:ext uri="{FF2B5EF4-FFF2-40B4-BE49-F238E27FC236}">
                    <a16:creationId xmlns:a16="http://schemas.microsoft.com/office/drawing/2014/main" id="{88EF1159-4BFA-1522-A37F-310406D8E929}"/>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5" name="Freeform: Shape 414">
                <a:extLst>
                  <a:ext uri="{FF2B5EF4-FFF2-40B4-BE49-F238E27FC236}">
                    <a16:creationId xmlns:a16="http://schemas.microsoft.com/office/drawing/2014/main" id="{602C01E7-DF1C-A2E0-4F6F-0F87A83E740D}"/>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6" name="Freeform: Shape 415">
                <a:extLst>
                  <a:ext uri="{FF2B5EF4-FFF2-40B4-BE49-F238E27FC236}">
                    <a16:creationId xmlns:a16="http://schemas.microsoft.com/office/drawing/2014/main" id="{8062B35C-71A2-979D-7F86-B54DF7E6CE95}"/>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7" name="Freeform: Shape 416">
                <a:extLst>
                  <a:ext uri="{FF2B5EF4-FFF2-40B4-BE49-F238E27FC236}">
                    <a16:creationId xmlns:a16="http://schemas.microsoft.com/office/drawing/2014/main" id="{79D5BE9F-2A12-E407-C0A3-E14C01F90CD9}"/>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8" name="Freeform: Shape 417">
                <a:extLst>
                  <a:ext uri="{FF2B5EF4-FFF2-40B4-BE49-F238E27FC236}">
                    <a16:creationId xmlns:a16="http://schemas.microsoft.com/office/drawing/2014/main" id="{E5CA14BD-DAE0-C2FE-1549-FE6B1A8B4F8C}"/>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9" name="Freeform: Shape 418">
                <a:extLst>
                  <a:ext uri="{FF2B5EF4-FFF2-40B4-BE49-F238E27FC236}">
                    <a16:creationId xmlns:a16="http://schemas.microsoft.com/office/drawing/2014/main" id="{F079BAB8-F963-E019-B000-70382697C911}"/>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0" name="Freeform: Shape 419">
                <a:extLst>
                  <a:ext uri="{FF2B5EF4-FFF2-40B4-BE49-F238E27FC236}">
                    <a16:creationId xmlns:a16="http://schemas.microsoft.com/office/drawing/2014/main" id="{0A02838F-F9E0-7F9C-AAF3-9F8926CD1A48}"/>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1" name="Freeform: Shape 420">
                <a:extLst>
                  <a:ext uri="{FF2B5EF4-FFF2-40B4-BE49-F238E27FC236}">
                    <a16:creationId xmlns:a16="http://schemas.microsoft.com/office/drawing/2014/main" id="{C85FBD65-D857-CEF6-25AD-27295E544B6F}"/>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2" name="Freeform: Shape 421">
                <a:extLst>
                  <a:ext uri="{FF2B5EF4-FFF2-40B4-BE49-F238E27FC236}">
                    <a16:creationId xmlns:a16="http://schemas.microsoft.com/office/drawing/2014/main" id="{C29F35BF-6FE1-8CCF-5F0A-48710DED1412}"/>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3" name="Freeform: Shape 422">
                <a:extLst>
                  <a:ext uri="{FF2B5EF4-FFF2-40B4-BE49-F238E27FC236}">
                    <a16:creationId xmlns:a16="http://schemas.microsoft.com/office/drawing/2014/main" id="{1DB55E6C-96D6-7947-A819-D05D45B052B2}"/>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4" name="Freeform: Shape 423">
                <a:extLst>
                  <a:ext uri="{FF2B5EF4-FFF2-40B4-BE49-F238E27FC236}">
                    <a16:creationId xmlns:a16="http://schemas.microsoft.com/office/drawing/2014/main" id="{3422762B-06CC-F474-5871-7CA9806E7466}"/>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5" name="Freeform: Shape 424">
                <a:extLst>
                  <a:ext uri="{FF2B5EF4-FFF2-40B4-BE49-F238E27FC236}">
                    <a16:creationId xmlns:a16="http://schemas.microsoft.com/office/drawing/2014/main" id="{99076998-DE88-B8CD-F60B-87426E7C1316}"/>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6" name="Freeform: Shape 425">
                <a:extLst>
                  <a:ext uri="{FF2B5EF4-FFF2-40B4-BE49-F238E27FC236}">
                    <a16:creationId xmlns:a16="http://schemas.microsoft.com/office/drawing/2014/main" id="{FCD271B2-9F19-596A-0912-B1CB33CA4DA6}"/>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7" name="Freeform: Shape 426">
                <a:extLst>
                  <a:ext uri="{FF2B5EF4-FFF2-40B4-BE49-F238E27FC236}">
                    <a16:creationId xmlns:a16="http://schemas.microsoft.com/office/drawing/2014/main" id="{F28948AA-FB0D-D102-66E8-E01807F24086}"/>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8" name="Freeform: Shape 427">
                <a:extLst>
                  <a:ext uri="{FF2B5EF4-FFF2-40B4-BE49-F238E27FC236}">
                    <a16:creationId xmlns:a16="http://schemas.microsoft.com/office/drawing/2014/main" id="{A4B4522B-1FE5-95A5-9224-B71FF855E751}"/>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9" name="Freeform: Shape 428">
                <a:extLst>
                  <a:ext uri="{FF2B5EF4-FFF2-40B4-BE49-F238E27FC236}">
                    <a16:creationId xmlns:a16="http://schemas.microsoft.com/office/drawing/2014/main" id="{B6A0D996-D54E-DEA1-59BF-0ED225791D7B}"/>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0" name="Freeform: Shape 429">
                <a:extLst>
                  <a:ext uri="{FF2B5EF4-FFF2-40B4-BE49-F238E27FC236}">
                    <a16:creationId xmlns:a16="http://schemas.microsoft.com/office/drawing/2014/main" id="{3562F48E-AE48-D7FA-4B45-BE2961C66C41}"/>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1" name="Freeform: Shape 430">
                <a:extLst>
                  <a:ext uri="{FF2B5EF4-FFF2-40B4-BE49-F238E27FC236}">
                    <a16:creationId xmlns:a16="http://schemas.microsoft.com/office/drawing/2014/main" id="{04BAB181-4177-C25F-889A-2547E9200336}"/>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2" name="Freeform: Shape 431">
                <a:extLst>
                  <a:ext uri="{FF2B5EF4-FFF2-40B4-BE49-F238E27FC236}">
                    <a16:creationId xmlns:a16="http://schemas.microsoft.com/office/drawing/2014/main" id="{67BD46E6-745B-175A-66F4-74F1223129F3}"/>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3" name="Freeform: Shape 432">
                <a:extLst>
                  <a:ext uri="{FF2B5EF4-FFF2-40B4-BE49-F238E27FC236}">
                    <a16:creationId xmlns:a16="http://schemas.microsoft.com/office/drawing/2014/main" id="{A7487A8F-04C6-A845-BABA-2918C3786846}"/>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4" name="Freeform: Shape 433">
                <a:extLst>
                  <a:ext uri="{FF2B5EF4-FFF2-40B4-BE49-F238E27FC236}">
                    <a16:creationId xmlns:a16="http://schemas.microsoft.com/office/drawing/2014/main" id="{3582B185-CD30-BD3F-7DAD-177975AD3FC4}"/>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5" name="Freeform: Shape 434">
                <a:extLst>
                  <a:ext uri="{FF2B5EF4-FFF2-40B4-BE49-F238E27FC236}">
                    <a16:creationId xmlns:a16="http://schemas.microsoft.com/office/drawing/2014/main" id="{4E14DFC0-B223-B6F0-1FE7-DD5209E1D23C}"/>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6" name="Freeform: Shape 435">
                <a:extLst>
                  <a:ext uri="{FF2B5EF4-FFF2-40B4-BE49-F238E27FC236}">
                    <a16:creationId xmlns:a16="http://schemas.microsoft.com/office/drawing/2014/main" id="{DCCE0771-7562-2BE8-1D00-788117392E46}"/>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7" name="Freeform: Shape 436">
                <a:extLst>
                  <a:ext uri="{FF2B5EF4-FFF2-40B4-BE49-F238E27FC236}">
                    <a16:creationId xmlns:a16="http://schemas.microsoft.com/office/drawing/2014/main" id="{8C2E1C75-5510-4E44-5228-8C36BE7DA192}"/>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8" name="Freeform: Shape 437">
                <a:extLst>
                  <a:ext uri="{FF2B5EF4-FFF2-40B4-BE49-F238E27FC236}">
                    <a16:creationId xmlns:a16="http://schemas.microsoft.com/office/drawing/2014/main" id="{97E30405-1190-589C-1267-6F027A43E56C}"/>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9" name="Freeform: Shape 438">
                <a:extLst>
                  <a:ext uri="{FF2B5EF4-FFF2-40B4-BE49-F238E27FC236}">
                    <a16:creationId xmlns:a16="http://schemas.microsoft.com/office/drawing/2014/main" id="{442D1BB2-7A1B-847F-E8F4-85C9E75E0C0B}"/>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0" name="Freeform: Shape 439">
                <a:extLst>
                  <a:ext uri="{FF2B5EF4-FFF2-40B4-BE49-F238E27FC236}">
                    <a16:creationId xmlns:a16="http://schemas.microsoft.com/office/drawing/2014/main" id="{30368903-82A2-8552-92AE-F4F3B1D37B1A}"/>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1" name="Freeform: Shape 440">
                <a:extLst>
                  <a:ext uri="{FF2B5EF4-FFF2-40B4-BE49-F238E27FC236}">
                    <a16:creationId xmlns:a16="http://schemas.microsoft.com/office/drawing/2014/main" id="{A69A5F7D-7A3B-15C1-AB83-D303CB3E32F7}"/>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2" name="Freeform: Shape 441">
                <a:extLst>
                  <a:ext uri="{FF2B5EF4-FFF2-40B4-BE49-F238E27FC236}">
                    <a16:creationId xmlns:a16="http://schemas.microsoft.com/office/drawing/2014/main" id="{AD1FB708-A382-1316-EDA2-D21F25170C5C}"/>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3" name="Freeform: Shape 442">
                <a:extLst>
                  <a:ext uri="{FF2B5EF4-FFF2-40B4-BE49-F238E27FC236}">
                    <a16:creationId xmlns:a16="http://schemas.microsoft.com/office/drawing/2014/main" id="{8CCF613D-B605-9228-1510-61BD283F09CE}"/>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4" name="Freeform: Shape 443">
                <a:extLst>
                  <a:ext uri="{FF2B5EF4-FFF2-40B4-BE49-F238E27FC236}">
                    <a16:creationId xmlns:a16="http://schemas.microsoft.com/office/drawing/2014/main" id="{BB2C4531-6596-6BE5-9760-3A6C5E02ABFA}"/>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5" name="Freeform: Shape 444">
                <a:extLst>
                  <a:ext uri="{FF2B5EF4-FFF2-40B4-BE49-F238E27FC236}">
                    <a16:creationId xmlns:a16="http://schemas.microsoft.com/office/drawing/2014/main" id="{1668CA33-2CD6-67C8-49FF-81FC7127E62F}"/>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6" name="Freeform: Shape 445">
                <a:extLst>
                  <a:ext uri="{FF2B5EF4-FFF2-40B4-BE49-F238E27FC236}">
                    <a16:creationId xmlns:a16="http://schemas.microsoft.com/office/drawing/2014/main" id="{DF3A7ED3-0412-61CA-8650-DA50B36559E5}"/>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7" name="Freeform: Shape 446">
                <a:extLst>
                  <a:ext uri="{FF2B5EF4-FFF2-40B4-BE49-F238E27FC236}">
                    <a16:creationId xmlns:a16="http://schemas.microsoft.com/office/drawing/2014/main" id="{A65F44D8-1556-CBE3-FAC2-21C4A7A82757}"/>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8" name="Freeform: Shape 447">
                <a:extLst>
                  <a:ext uri="{FF2B5EF4-FFF2-40B4-BE49-F238E27FC236}">
                    <a16:creationId xmlns:a16="http://schemas.microsoft.com/office/drawing/2014/main" id="{F0090F7E-04FE-513C-72AC-B554F80EE62D}"/>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9" name="Freeform: Shape 448">
                <a:extLst>
                  <a:ext uri="{FF2B5EF4-FFF2-40B4-BE49-F238E27FC236}">
                    <a16:creationId xmlns:a16="http://schemas.microsoft.com/office/drawing/2014/main" id="{0AA478E6-F254-A564-7312-D8B28A1EB12C}"/>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0" name="Freeform: Shape 449">
                <a:extLst>
                  <a:ext uri="{FF2B5EF4-FFF2-40B4-BE49-F238E27FC236}">
                    <a16:creationId xmlns:a16="http://schemas.microsoft.com/office/drawing/2014/main" id="{EDC99108-E224-1B14-FB19-11EBA92866FD}"/>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1" name="Freeform: Shape 450">
                <a:extLst>
                  <a:ext uri="{FF2B5EF4-FFF2-40B4-BE49-F238E27FC236}">
                    <a16:creationId xmlns:a16="http://schemas.microsoft.com/office/drawing/2014/main" id="{53E1E573-7882-D32B-4030-4E9EA1691CCF}"/>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2" name="Freeform: Shape 451">
                <a:extLst>
                  <a:ext uri="{FF2B5EF4-FFF2-40B4-BE49-F238E27FC236}">
                    <a16:creationId xmlns:a16="http://schemas.microsoft.com/office/drawing/2014/main" id="{D6BA4925-541C-19C5-ACF8-9F8FD6AB0BAF}"/>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3" name="Freeform: Shape 452">
                <a:extLst>
                  <a:ext uri="{FF2B5EF4-FFF2-40B4-BE49-F238E27FC236}">
                    <a16:creationId xmlns:a16="http://schemas.microsoft.com/office/drawing/2014/main" id="{659817F9-D679-3842-1FE4-97B66402484D}"/>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4" name="Freeform: Shape 453">
                <a:extLst>
                  <a:ext uri="{FF2B5EF4-FFF2-40B4-BE49-F238E27FC236}">
                    <a16:creationId xmlns:a16="http://schemas.microsoft.com/office/drawing/2014/main" id="{AF4AF002-89AA-E1CC-B64E-1978F6EA6791}"/>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5" name="Freeform: Shape 454">
                <a:extLst>
                  <a:ext uri="{FF2B5EF4-FFF2-40B4-BE49-F238E27FC236}">
                    <a16:creationId xmlns:a16="http://schemas.microsoft.com/office/drawing/2014/main" id="{2736FA52-EDDC-74AB-AEDE-C216B439836F}"/>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6" name="Freeform: Shape 455">
                <a:extLst>
                  <a:ext uri="{FF2B5EF4-FFF2-40B4-BE49-F238E27FC236}">
                    <a16:creationId xmlns:a16="http://schemas.microsoft.com/office/drawing/2014/main" id="{0308CEDA-C5BB-98D6-0C09-172E046FA012}"/>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7" name="Freeform: Shape 456">
                <a:extLst>
                  <a:ext uri="{FF2B5EF4-FFF2-40B4-BE49-F238E27FC236}">
                    <a16:creationId xmlns:a16="http://schemas.microsoft.com/office/drawing/2014/main" id="{2AF02A4D-2696-5311-C035-1B272847EE43}"/>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8" name="Freeform: Shape 457">
                <a:extLst>
                  <a:ext uri="{FF2B5EF4-FFF2-40B4-BE49-F238E27FC236}">
                    <a16:creationId xmlns:a16="http://schemas.microsoft.com/office/drawing/2014/main" id="{8309F5E6-8D25-8CE7-0661-A033894A3DE3}"/>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9" name="Freeform: Shape 458">
                <a:extLst>
                  <a:ext uri="{FF2B5EF4-FFF2-40B4-BE49-F238E27FC236}">
                    <a16:creationId xmlns:a16="http://schemas.microsoft.com/office/drawing/2014/main" id="{6C6FD0CD-9864-A8DE-E962-FDE7B860517D}"/>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0" name="Freeform: Shape 459">
                <a:extLst>
                  <a:ext uri="{FF2B5EF4-FFF2-40B4-BE49-F238E27FC236}">
                    <a16:creationId xmlns:a16="http://schemas.microsoft.com/office/drawing/2014/main" id="{AEA1FEA4-863B-CF3D-3C0E-451F7405EA48}"/>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1" name="Freeform: Shape 460">
                <a:extLst>
                  <a:ext uri="{FF2B5EF4-FFF2-40B4-BE49-F238E27FC236}">
                    <a16:creationId xmlns:a16="http://schemas.microsoft.com/office/drawing/2014/main" id="{5CE8707C-6A4B-E0CF-1351-3C46616CCAB5}"/>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2" name="Freeform: Shape 461">
                <a:extLst>
                  <a:ext uri="{FF2B5EF4-FFF2-40B4-BE49-F238E27FC236}">
                    <a16:creationId xmlns:a16="http://schemas.microsoft.com/office/drawing/2014/main" id="{53771340-E7AA-23A0-81E0-D4635C94FF0A}"/>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3" name="Freeform: Shape 462">
                <a:extLst>
                  <a:ext uri="{FF2B5EF4-FFF2-40B4-BE49-F238E27FC236}">
                    <a16:creationId xmlns:a16="http://schemas.microsoft.com/office/drawing/2014/main" id="{CA6103E8-5AA2-B4AC-C0AD-BA1C43AAE044}"/>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4" name="Freeform: Shape 463">
                <a:extLst>
                  <a:ext uri="{FF2B5EF4-FFF2-40B4-BE49-F238E27FC236}">
                    <a16:creationId xmlns:a16="http://schemas.microsoft.com/office/drawing/2014/main" id="{B0CFF064-5964-DCC3-40B3-27FFCB7D119E}"/>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5" name="Freeform: Shape 464">
                <a:extLst>
                  <a:ext uri="{FF2B5EF4-FFF2-40B4-BE49-F238E27FC236}">
                    <a16:creationId xmlns:a16="http://schemas.microsoft.com/office/drawing/2014/main" id="{86FF7AFF-05E6-0F24-C9A8-FC0D878F2BC9}"/>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6" name="Freeform: Shape 465">
                <a:extLst>
                  <a:ext uri="{FF2B5EF4-FFF2-40B4-BE49-F238E27FC236}">
                    <a16:creationId xmlns:a16="http://schemas.microsoft.com/office/drawing/2014/main" id="{9F490060-451E-2E91-8632-F0FF89057334}"/>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7" name="Freeform: Shape 466">
                <a:extLst>
                  <a:ext uri="{FF2B5EF4-FFF2-40B4-BE49-F238E27FC236}">
                    <a16:creationId xmlns:a16="http://schemas.microsoft.com/office/drawing/2014/main" id="{1A2304F8-4803-2795-746B-16B522C9D9B5}"/>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8" name="Freeform: Shape 467">
                <a:extLst>
                  <a:ext uri="{FF2B5EF4-FFF2-40B4-BE49-F238E27FC236}">
                    <a16:creationId xmlns:a16="http://schemas.microsoft.com/office/drawing/2014/main" id="{A8C5F0AF-69EB-EE55-BD15-DF419447CFEF}"/>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9" name="Freeform: Shape 468">
                <a:extLst>
                  <a:ext uri="{FF2B5EF4-FFF2-40B4-BE49-F238E27FC236}">
                    <a16:creationId xmlns:a16="http://schemas.microsoft.com/office/drawing/2014/main" id="{17A1B18C-23A2-0F06-E7C1-7A61E1E78A21}"/>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0" name="Freeform: Shape 469">
                <a:extLst>
                  <a:ext uri="{FF2B5EF4-FFF2-40B4-BE49-F238E27FC236}">
                    <a16:creationId xmlns:a16="http://schemas.microsoft.com/office/drawing/2014/main" id="{0C37C35A-9FFF-FD33-BACF-CF8AF5B22B12}"/>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1" name="Freeform: Shape 470">
                <a:extLst>
                  <a:ext uri="{FF2B5EF4-FFF2-40B4-BE49-F238E27FC236}">
                    <a16:creationId xmlns:a16="http://schemas.microsoft.com/office/drawing/2014/main" id="{97E5591F-5B7E-8F8A-9112-7FF680A66256}"/>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2" name="Freeform: Shape 471">
                <a:extLst>
                  <a:ext uri="{FF2B5EF4-FFF2-40B4-BE49-F238E27FC236}">
                    <a16:creationId xmlns:a16="http://schemas.microsoft.com/office/drawing/2014/main" id="{E92D76B6-D0AB-C091-E95D-66989C38D98B}"/>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3" name="Freeform: Shape 472">
                <a:extLst>
                  <a:ext uri="{FF2B5EF4-FFF2-40B4-BE49-F238E27FC236}">
                    <a16:creationId xmlns:a16="http://schemas.microsoft.com/office/drawing/2014/main" id="{633E92AA-3279-E76E-DF86-3FF78E2B3BD9}"/>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4" name="Freeform: Shape 473">
                <a:extLst>
                  <a:ext uri="{FF2B5EF4-FFF2-40B4-BE49-F238E27FC236}">
                    <a16:creationId xmlns:a16="http://schemas.microsoft.com/office/drawing/2014/main" id="{3B3FDFC4-DF10-2D1E-44BD-AC86E4888909}"/>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5" name="Freeform: Shape 474">
                <a:extLst>
                  <a:ext uri="{FF2B5EF4-FFF2-40B4-BE49-F238E27FC236}">
                    <a16:creationId xmlns:a16="http://schemas.microsoft.com/office/drawing/2014/main" id="{9D165544-7253-38C2-EE38-4C6FE4A9EDBE}"/>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6" name="Freeform: Shape 475">
                <a:extLst>
                  <a:ext uri="{FF2B5EF4-FFF2-40B4-BE49-F238E27FC236}">
                    <a16:creationId xmlns:a16="http://schemas.microsoft.com/office/drawing/2014/main" id="{6822A910-8F1C-FB8F-540A-EEF23070BCE9}"/>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7" name="Freeform: Shape 476">
                <a:extLst>
                  <a:ext uri="{FF2B5EF4-FFF2-40B4-BE49-F238E27FC236}">
                    <a16:creationId xmlns:a16="http://schemas.microsoft.com/office/drawing/2014/main" id="{E6F90CB2-2704-5AFE-3463-3B2E916AF7B3}"/>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8" name="Freeform: Shape 477">
                <a:extLst>
                  <a:ext uri="{FF2B5EF4-FFF2-40B4-BE49-F238E27FC236}">
                    <a16:creationId xmlns:a16="http://schemas.microsoft.com/office/drawing/2014/main" id="{D35A1FF4-CA93-F6DB-71D7-952B7475C184}"/>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9" name="Freeform: Shape 478">
                <a:extLst>
                  <a:ext uri="{FF2B5EF4-FFF2-40B4-BE49-F238E27FC236}">
                    <a16:creationId xmlns:a16="http://schemas.microsoft.com/office/drawing/2014/main" id="{B1B1B3B0-FE38-270B-A8FE-73D57D14885F}"/>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0" name="Freeform: Shape 479">
                <a:extLst>
                  <a:ext uri="{FF2B5EF4-FFF2-40B4-BE49-F238E27FC236}">
                    <a16:creationId xmlns:a16="http://schemas.microsoft.com/office/drawing/2014/main" id="{DAD9C969-223B-6830-1274-0D3C7E971699}"/>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1" name="Freeform: Shape 480">
                <a:extLst>
                  <a:ext uri="{FF2B5EF4-FFF2-40B4-BE49-F238E27FC236}">
                    <a16:creationId xmlns:a16="http://schemas.microsoft.com/office/drawing/2014/main" id="{D5D86EF4-DD36-EEDC-D5F6-7C33518B79BB}"/>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2" name="Freeform: Shape 481">
                <a:extLst>
                  <a:ext uri="{FF2B5EF4-FFF2-40B4-BE49-F238E27FC236}">
                    <a16:creationId xmlns:a16="http://schemas.microsoft.com/office/drawing/2014/main" id="{38C04EA2-D91A-1F0F-3891-C6EBC5A40284}"/>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3" name="Freeform: Shape 482">
                <a:extLst>
                  <a:ext uri="{FF2B5EF4-FFF2-40B4-BE49-F238E27FC236}">
                    <a16:creationId xmlns:a16="http://schemas.microsoft.com/office/drawing/2014/main" id="{6ECC12E6-37EA-D252-E5B5-E76B79D4DEC0}"/>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4" name="Freeform: Shape 483">
                <a:extLst>
                  <a:ext uri="{FF2B5EF4-FFF2-40B4-BE49-F238E27FC236}">
                    <a16:creationId xmlns:a16="http://schemas.microsoft.com/office/drawing/2014/main" id="{CFC3278D-41DE-E849-1F10-0CB9DBF43F5F}"/>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5" name="Freeform: Shape 484">
                <a:extLst>
                  <a:ext uri="{FF2B5EF4-FFF2-40B4-BE49-F238E27FC236}">
                    <a16:creationId xmlns:a16="http://schemas.microsoft.com/office/drawing/2014/main" id="{25E47A20-EA8C-FC4D-ACA3-3525FF06ECDE}"/>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6" name="Freeform: Shape 485">
                <a:extLst>
                  <a:ext uri="{FF2B5EF4-FFF2-40B4-BE49-F238E27FC236}">
                    <a16:creationId xmlns:a16="http://schemas.microsoft.com/office/drawing/2014/main" id="{19FC5950-EB62-8E8E-474A-03B724873B9F}"/>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7" name="Freeform: Shape 486">
                <a:extLst>
                  <a:ext uri="{FF2B5EF4-FFF2-40B4-BE49-F238E27FC236}">
                    <a16:creationId xmlns:a16="http://schemas.microsoft.com/office/drawing/2014/main" id="{56A7EB71-B18E-FBC9-9974-C3D4A0CE35EB}"/>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8" name="Freeform: Shape 487">
                <a:extLst>
                  <a:ext uri="{FF2B5EF4-FFF2-40B4-BE49-F238E27FC236}">
                    <a16:creationId xmlns:a16="http://schemas.microsoft.com/office/drawing/2014/main" id="{6D16D3D0-63BB-4DF9-44E8-FF37835835B3}"/>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9" name="Freeform: Shape 488">
                <a:extLst>
                  <a:ext uri="{FF2B5EF4-FFF2-40B4-BE49-F238E27FC236}">
                    <a16:creationId xmlns:a16="http://schemas.microsoft.com/office/drawing/2014/main" id="{B9F544FD-3EC3-1AA6-79FB-A13D1C5C8BB3}"/>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0" name="Freeform: Shape 489">
                <a:extLst>
                  <a:ext uri="{FF2B5EF4-FFF2-40B4-BE49-F238E27FC236}">
                    <a16:creationId xmlns:a16="http://schemas.microsoft.com/office/drawing/2014/main" id="{2CA71F93-ECA3-0211-4020-14337CCB5F81}"/>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1" name="Freeform: Shape 490">
                <a:extLst>
                  <a:ext uri="{FF2B5EF4-FFF2-40B4-BE49-F238E27FC236}">
                    <a16:creationId xmlns:a16="http://schemas.microsoft.com/office/drawing/2014/main" id="{D8B55F35-9ECB-F112-6B44-872B07610701}"/>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2" name="Freeform: Shape 491">
                <a:extLst>
                  <a:ext uri="{FF2B5EF4-FFF2-40B4-BE49-F238E27FC236}">
                    <a16:creationId xmlns:a16="http://schemas.microsoft.com/office/drawing/2014/main" id="{0CE31BB0-F0AB-768D-DD9D-7D7DE4F437EF}"/>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3" name="Freeform: Shape 492">
                <a:extLst>
                  <a:ext uri="{FF2B5EF4-FFF2-40B4-BE49-F238E27FC236}">
                    <a16:creationId xmlns:a16="http://schemas.microsoft.com/office/drawing/2014/main" id="{8B38D7B9-4A7F-5192-45F3-33AC4E74C1C8}"/>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4" name="Freeform: Shape 493">
                <a:extLst>
                  <a:ext uri="{FF2B5EF4-FFF2-40B4-BE49-F238E27FC236}">
                    <a16:creationId xmlns:a16="http://schemas.microsoft.com/office/drawing/2014/main" id="{2D55785B-8F7F-D1D3-FA1E-C672B2306796}"/>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5" name="Freeform: Shape 494">
                <a:extLst>
                  <a:ext uri="{FF2B5EF4-FFF2-40B4-BE49-F238E27FC236}">
                    <a16:creationId xmlns:a16="http://schemas.microsoft.com/office/drawing/2014/main" id="{ED3A038A-AB0D-566A-F3E8-94B4DA866834}"/>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6" name="Freeform: Shape 495">
                <a:extLst>
                  <a:ext uri="{FF2B5EF4-FFF2-40B4-BE49-F238E27FC236}">
                    <a16:creationId xmlns:a16="http://schemas.microsoft.com/office/drawing/2014/main" id="{725F166A-EC85-8363-90B7-5933FB56ACC1}"/>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7" name="Freeform: Shape 496">
                <a:extLst>
                  <a:ext uri="{FF2B5EF4-FFF2-40B4-BE49-F238E27FC236}">
                    <a16:creationId xmlns:a16="http://schemas.microsoft.com/office/drawing/2014/main" id="{7E8FE1DA-86C6-498A-2253-6AE65CCDB12D}"/>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8" name="Freeform: Shape 497">
                <a:extLst>
                  <a:ext uri="{FF2B5EF4-FFF2-40B4-BE49-F238E27FC236}">
                    <a16:creationId xmlns:a16="http://schemas.microsoft.com/office/drawing/2014/main" id="{6679FB17-198C-BD53-29CA-FF29611A5A06}"/>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9" name="Freeform: Shape 498">
                <a:extLst>
                  <a:ext uri="{FF2B5EF4-FFF2-40B4-BE49-F238E27FC236}">
                    <a16:creationId xmlns:a16="http://schemas.microsoft.com/office/drawing/2014/main" id="{C6180A8E-A175-6614-A955-DBFD2E50C656}"/>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0" name="Freeform: Shape 499">
                <a:extLst>
                  <a:ext uri="{FF2B5EF4-FFF2-40B4-BE49-F238E27FC236}">
                    <a16:creationId xmlns:a16="http://schemas.microsoft.com/office/drawing/2014/main" id="{4CAF0E80-A110-3220-3865-D60F7800C7BD}"/>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1" name="Freeform: Shape 500">
                <a:extLst>
                  <a:ext uri="{FF2B5EF4-FFF2-40B4-BE49-F238E27FC236}">
                    <a16:creationId xmlns:a16="http://schemas.microsoft.com/office/drawing/2014/main" id="{8DD3EB49-1DBF-BE00-5A9C-9DD46496731A}"/>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2" name="Freeform: Shape 501">
                <a:extLst>
                  <a:ext uri="{FF2B5EF4-FFF2-40B4-BE49-F238E27FC236}">
                    <a16:creationId xmlns:a16="http://schemas.microsoft.com/office/drawing/2014/main" id="{AF100BDA-E5FF-62B5-50F8-425A6FDBD17B}"/>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3" name="Freeform: Shape 502">
                <a:extLst>
                  <a:ext uri="{FF2B5EF4-FFF2-40B4-BE49-F238E27FC236}">
                    <a16:creationId xmlns:a16="http://schemas.microsoft.com/office/drawing/2014/main" id="{3542C016-DE27-B056-23EC-3030255ED63D}"/>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4" name="Freeform: Shape 503">
                <a:extLst>
                  <a:ext uri="{FF2B5EF4-FFF2-40B4-BE49-F238E27FC236}">
                    <a16:creationId xmlns:a16="http://schemas.microsoft.com/office/drawing/2014/main" id="{D69D9B3A-A29C-E56F-E7FC-B89C4EEEBB60}"/>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5" name="Freeform: Shape 504">
                <a:extLst>
                  <a:ext uri="{FF2B5EF4-FFF2-40B4-BE49-F238E27FC236}">
                    <a16:creationId xmlns:a16="http://schemas.microsoft.com/office/drawing/2014/main" id="{62174F2D-8717-C0BE-172D-7698C2900A91}"/>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6" name="Freeform: Shape 505">
                <a:extLst>
                  <a:ext uri="{FF2B5EF4-FFF2-40B4-BE49-F238E27FC236}">
                    <a16:creationId xmlns:a16="http://schemas.microsoft.com/office/drawing/2014/main" id="{95528248-869F-1E4A-9D31-AA7F1EB3D9E4}"/>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7" name="Freeform: Shape 506">
                <a:extLst>
                  <a:ext uri="{FF2B5EF4-FFF2-40B4-BE49-F238E27FC236}">
                    <a16:creationId xmlns:a16="http://schemas.microsoft.com/office/drawing/2014/main" id="{2CE79FE1-3DD8-B481-2C0C-768A9B74038B}"/>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8" name="Freeform: Shape 507">
                <a:extLst>
                  <a:ext uri="{FF2B5EF4-FFF2-40B4-BE49-F238E27FC236}">
                    <a16:creationId xmlns:a16="http://schemas.microsoft.com/office/drawing/2014/main" id="{9AB26171-2F95-7A26-F27D-90D85FDD1D59}"/>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9" name="Freeform: Shape 508">
                <a:extLst>
                  <a:ext uri="{FF2B5EF4-FFF2-40B4-BE49-F238E27FC236}">
                    <a16:creationId xmlns:a16="http://schemas.microsoft.com/office/drawing/2014/main" id="{F32DAF82-74BB-3446-E940-271ADAE7CC17}"/>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0" name="Freeform: Shape 509">
                <a:extLst>
                  <a:ext uri="{FF2B5EF4-FFF2-40B4-BE49-F238E27FC236}">
                    <a16:creationId xmlns:a16="http://schemas.microsoft.com/office/drawing/2014/main" id="{A3E034FA-8FF9-40E4-AEA3-3AD4FB11F932}"/>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1" name="Freeform: Shape 510">
                <a:extLst>
                  <a:ext uri="{FF2B5EF4-FFF2-40B4-BE49-F238E27FC236}">
                    <a16:creationId xmlns:a16="http://schemas.microsoft.com/office/drawing/2014/main" id="{44B51778-0BE2-1AC6-FF36-77C7CE8442BC}"/>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2" name="Freeform: Shape 511">
                <a:extLst>
                  <a:ext uri="{FF2B5EF4-FFF2-40B4-BE49-F238E27FC236}">
                    <a16:creationId xmlns:a16="http://schemas.microsoft.com/office/drawing/2014/main" id="{26D568E3-D797-BCBF-30B8-F541258080E9}"/>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3" name="Freeform: Shape 512">
                <a:extLst>
                  <a:ext uri="{FF2B5EF4-FFF2-40B4-BE49-F238E27FC236}">
                    <a16:creationId xmlns:a16="http://schemas.microsoft.com/office/drawing/2014/main" id="{53E5116C-5BD1-B189-552B-D7D02DE2A7AB}"/>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4" name="Freeform: Shape 513">
                <a:extLst>
                  <a:ext uri="{FF2B5EF4-FFF2-40B4-BE49-F238E27FC236}">
                    <a16:creationId xmlns:a16="http://schemas.microsoft.com/office/drawing/2014/main" id="{402F33E2-50D3-0AE1-AF25-7C10764543E0}"/>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5" name="Freeform: Shape 514">
                <a:extLst>
                  <a:ext uri="{FF2B5EF4-FFF2-40B4-BE49-F238E27FC236}">
                    <a16:creationId xmlns:a16="http://schemas.microsoft.com/office/drawing/2014/main" id="{329903CC-F418-7508-9127-D909751096EE}"/>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6" name="Freeform: Shape 515">
                <a:extLst>
                  <a:ext uri="{FF2B5EF4-FFF2-40B4-BE49-F238E27FC236}">
                    <a16:creationId xmlns:a16="http://schemas.microsoft.com/office/drawing/2014/main" id="{D84A5C97-9CC6-1509-8EB8-6385971A984A}"/>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7" name="Freeform: Shape 516">
                <a:extLst>
                  <a:ext uri="{FF2B5EF4-FFF2-40B4-BE49-F238E27FC236}">
                    <a16:creationId xmlns:a16="http://schemas.microsoft.com/office/drawing/2014/main" id="{CAEAB3F9-9954-F3FD-CC32-90B08ADFB850}"/>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8" name="Freeform: Shape 517">
                <a:extLst>
                  <a:ext uri="{FF2B5EF4-FFF2-40B4-BE49-F238E27FC236}">
                    <a16:creationId xmlns:a16="http://schemas.microsoft.com/office/drawing/2014/main" id="{D0882CB6-7C99-77E5-86AF-B02C2F39E30B}"/>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9" name="Freeform: Shape 518">
                <a:extLst>
                  <a:ext uri="{FF2B5EF4-FFF2-40B4-BE49-F238E27FC236}">
                    <a16:creationId xmlns:a16="http://schemas.microsoft.com/office/drawing/2014/main" id="{E88B92E6-811B-7543-7B4D-22633A659A08}"/>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0" name="Freeform: Shape 519">
                <a:extLst>
                  <a:ext uri="{FF2B5EF4-FFF2-40B4-BE49-F238E27FC236}">
                    <a16:creationId xmlns:a16="http://schemas.microsoft.com/office/drawing/2014/main" id="{089EE0A6-7C63-8111-75F5-4BD6570D5C58}"/>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1" name="Freeform: Shape 520">
                <a:extLst>
                  <a:ext uri="{FF2B5EF4-FFF2-40B4-BE49-F238E27FC236}">
                    <a16:creationId xmlns:a16="http://schemas.microsoft.com/office/drawing/2014/main" id="{DC45DBE7-9BE5-9E09-F983-48EC8552E2B8}"/>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2" name="Freeform: Shape 521">
                <a:extLst>
                  <a:ext uri="{FF2B5EF4-FFF2-40B4-BE49-F238E27FC236}">
                    <a16:creationId xmlns:a16="http://schemas.microsoft.com/office/drawing/2014/main" id="{0BE78449-65B1-8009-7BB8-C7611FD44727}"/>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3" name="Freeform: Shape 522">
                <a:extLst>
                  <a:ext uri="{FF2B5EF4-FFF2-40B4-BE49-F238E27FC236}">
                    <a16:creationId xmlns:a16="http://schemas.microsoft.com/office/drawing/2014/main" id="{D7162794-9226-C3DF-B515-E4266C155DA9}"/>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4" name="Freeform: Shape 523">
                <a:extLst>
                  <a:ext uri="{FF2B5EF4-FFF2-40B4-BE49-F238E27FC236}">
                    <a16:creationId xmlns:a16="http://schemas.microsoft.com/office/drawing/2014/main" id="{A032535D-C822-ED80-AEF8-5661AD85864D}"/>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5" name="Freeform: Shape 524">
                <a:extLst>
                  <a:ext uri="{FF2B5EF4-FFF2-40B4-BE49-F238E27FC236}">
                    <a16:creationId xmlns:a16="http://schemas.microsoft.com/office/drawing/2014/main" id="{7EE687AC-7E3D-F958-FF55-8171C3C0850A}"/>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6" name="Freeform: Shape 525">
                <a:extLst>
                  <a:ext uri="{FF2B5EF4-FFF2-40B4-BE49-F238E27FC236}">
                    <a16:creationId xmlns:a16="http://schemas.microsoft.com/office/drawing/2014/main" id="{9C6496EE-BFC9-DB0E-40A4-AEEC63F76E55}"/>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7" name="Freeform: Shape 526">
                <a:extLst>
                  <a:ext uri="{FF2B5EF4-FFF2-40B4-BE49-F238E27FC236}">
                    <a16:creationId xmlns:a16="http://schemas.microsoft.com/office/drawing/2014/main" id="{05B5CDA5-8F31-834F-261D-F5AE1DF2FCD4}"/>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8" name="Freeform: Shape 527">
                <a:extLst>
                  <a:ext uri="{FF2B5EF4-FFF2-40B4-BE49-F238E27FC236}">
                    <a16:creationId xmlns:a16="http://schemas.microsoft.com/office/drawing/2014/main" id="{41AABBA6-AEA4-F2BD-BBCE-D8F73DB91FC0}"/>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9" name="Freeform: Shape 528">
                <a:extLst>
                  <a:ext uri="{FF2B5EF4-FFF2-40B4-BE49-F238E27FC236}">
                    <a16:creationId xmlns:a16="http://schemas.microsoft.com/office/drawing/2014/main" id="{DE815291-FEB7-3C19-0D1B-8A0965301163}"/>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0" name="Freeform: Shape 529">
                <a:extLst>
                  <a:ext uri="{FF2B5EF4-FFF2-40B4-BE49-F238E27FC236}">
                    <a16:creationId xmlns:a16="http://schemas.microsoft.com/office/drawing/2014/main" id="{C4AC3518-0932-672B-F0FE-E8481D0F8477}"/>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1" name="Freeform: Shape 530">
                <a:extLst>
                  <a:ext uri="{FF2B5EF4-FFF2-40B4-BE49-F238E27FC236}">
                    <a16:creationId xmlns:a16="http://schemas.microsoft.com/office/drawing/2014/main" id="{4BC78EC9-8F89-FA42-BB1A-FABE7DC66FC4}"/>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2" name="Freeform: Shape 531">
                <a:extLst>
                  <a:ext uri="{FF2B5EF4-FFF2-40B4-BE49-F238E27FC236}">
                    <a16:creationId xmlns:a16="http://schemas.microsoft.com/office/drawing/2014/main" id="{7E8D5EA1-7441-FEF0-4346-6144529C484F}"/>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3" name="Freeform: Shape 532">
                <a:extLst>
                  <a:ext uri="{FF2B5EF4-FFF2-40B4-BE49-F238E27FC236}">
                    <a16:creationId xmlns:a16="http://schemas.microsoft.com/office/drawing/2014/main" id="{F4C90673-B0F4-C77A-645A-E4D5CE29E548}"/>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4" name="Freeform: Shape 533">
                <a:extLst>
                  <a:ext uri="{FF2B5EF4-FFF2-40B4-BE49-F238E27FC236}">
                    <a16:creationId xmlns:a16="http://schemas.microsoft.com/office/drawing/2014/main" id="{C9116BD1-8F7F-3681-1BD1-54428035EDAB}"/>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5" name="Freeform: Shape 534">
                <a:extLst>
                  <a:ext uri="{FF2B5EF4-FFF2-40B4-BE49-F238E27FC236}">
                    <a16:creationId xmlns:a16="http://schemas.microsoft.com/office/drawing/2014/main" id="{FE08637C-C479-D8E3-3605-02E1107EF058}"/>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6" name="Freeform: Shape 535">
                <a:extLst>
                  <a:ext uri="{FF2B5EF4-FFF2-40B4-BE49-F238E27FC236}">
                    <a16:creationId xmlns:a16="http://schemas.microsoft.com/office/drawing/2014/main" id="{54E44104-CEB9-AE81-3E44-0076C109E0E5}"/>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7" name="Freeform: Shape 536">
                <a:extLst>
                  <a:ext uri="{FF2B5EF4-FFF2-40B4-BE49-F238E27FC236}">
                    <a16:creationId xmlns:a16="http://schemas.microsoft.com/office/drawing/2014/main" id="{70D89010-0A0A-D192-F91C-C98ACE0FE385}"/>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8" name="Freeform: Shape 537">
                <a:extLst>
                  <a:ext uri="{FF2B5EF4-FFF2-40B4-BE49-F238E27FC236}">
                    <a16:creationId xmlns:a16="http://schemas.microsoft.com/office/drawing/2014/main" id="{6FC500C0-8C2A-475C-08EA-E62E7B990A37}"/>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9" name="Freeform: Shape 538">
                <a:extLst>
                  <a:ext uri="{FF2B5EF4-FFF2-40B4-BE49-F238E27FC236}">
                    <a16:creationId xmlns:a16="http://schemas.microsoft.com/office/drawing/2014/main" id="{7AD10FF7-D5B1-145B-E6D2-60E0CE8B8DEA}"/>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0" name="Freeform: Shape 539">
                <a:extLst>
                  <a:ext uri="{FF2B5EF4-FFF2-40B4-BE49-F238E27FC236}">
                    <a16:creationId xmlns:a16="http://schemas.microsoft.com/office/drawing/2014/main" id="{A4FE89C8-A3A5-1C8C-B657-DC59B7424718}"/>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1" name="Freeform: Shape 540">
                <a:extLst>
                  <a:ext uri="{FF2B5EF4-FFF2-40B4-BE49-F238E27FC236}">
                    <a16:creationId xmlns:a16="http://schemas.microsoft.com/office/drawing/2014/main" id="{01805617-4A10-0985-D65F-53B6C4144E8B}"/>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2" name="Freeform: Shape 541">
                <a:extLst>
                  <a:ext uri="{FF2B5EF4-FFF2-40B4-BE49-F238E27FC236}">
                    <a16:creationId xmlns:a16="http://schemas.microsoft.com/office/drawing/2014/main" id="{B6017988-F594-C07B-85D2-B9A43FDF1439}"/>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3" name="Freeform: Shape 542">
                <a:extLst>
                  <a:ext uri="{FF2B5EF4-FFF2-40B4-BE49-F238E27FC236}">
                    <a16:creationId xmlns:a16="http://schemas.microsoft.com/office/drawing/2014/main" id="{DC1DF789-E9E7-79F8-F693-9FD17C1CDF79}"/>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4" name="Freeform: Shape 543">
                <a:extLst>
                  <a:ext uri="{FF2B5EF4-FFF2-40B4-BE49-F238E27FC236}">
                    <a16:creationId xmlns:a16="http://schemas.microsoft.com/office/drawing/2014/main" id="{EC3E3F2A-D8A3-ADD8-57AA-BC0487D711D1}"/>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5" name="Freeform: Shape 544">
                <a:extLst>
                  <a:ext uri="{FF2B5EF4-FFF2-40B4-BE49-F238E27FC236}">
                    <a16:creationId xmlns:a16="http://schemas.microsoft.com/office/drawing/2014/main" id="{9FA67BA3-6B79-48AF-08E0-CBD3A37B367A}"/>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6" name="Freeform: Shape 545">
                <a:extLst>
                  <a:ext uri="{FF2B5EF4-FFF2-40B4-BE49-F238E27FC236}">
                    <a16:creationId xmlns:a16="http://schemas.microsoft.com/office/drawing/2014/main" id="{512B0307-61C0-7841-403F-F51461179077}"/>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7" name="Freeform: Shape 546">
                <a:extLst>
                  <a:ext uri="{FF2B5EF4-FFF2-40B4-BE49-F238E27FC236}">
                    <a16:creationId xmlns:a16="http://schemas.microsoft.com/office/drawing/2014/main" id="{DE7DB611-3E16-25B2-E9C9-A2A3897BF7CB}"/>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8" name="Freeform: Shape 547">
                <a:extLst>
                  <a:ext uri="{FF2B5EF4-FFF2-40B4-BE49-F238E27FC236}">
                    <a16:creationId xmlns:a16="http://schemas.microsoft.com/office/drawing/2014/main" id="{E4057FEA-79E8-C06F-F5DB-AF39D4E6EE7A}"/>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9" name="Freeform: Shape 548">
                <a:extLst>
                  <a:ext uri="{FF2B5EF4-FFF2-40B4-BE49-F238E27FC236}">
                    <a16:creationId xmlns:a16="http://schemas.microsoft.com/office/drawing/2014/main" id="{A02F00AC-0F85-F6E4-8A57-AD9E6E1A28B1}"/>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0" name="Freeform: Shape 549">
                <a:extLst>
                  <a:ext uri="{FF2B5EF4-FFF2-40B4-BE49-F238E27FC236}">
                    <a16:creationId xmlns:a16="http://schemas.microsoft.com/office/drawing/2014/main" id="{DD86DF74-D189-9D30-BB32-C7E44AFE524F}"/>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1" name="Freeform: Shape 550">
                <a:extLst>
                  <a:ext uri="{FF2B5EF4-FFF2-40B4-BE49-F238E27FC236}">
                    <a16:creationId xmlns:a16="http://schemas.microsoft.com/office/drawing/2014/main" id="{9F9F26CA-A5C1-663B-B8AD-AA41D48BC284}"/>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2" name="Freeform: Shape 551">
                <a:extLst>
                  <a:ext uri="{FF2B5EF4-FFF2-40B4-BE49-F238E27FC236}">
                    <a16:creationId xmlns:a16="http://schemas.microsoft.com/office/drawing/2014/main" id="{F5D2635B-4D70-648C-17A3-62289B0D4283}"/>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3" name="Freeform: Shape 552">
                <a:extLst>
                  <a:ext uri="{FF2B5EF4-FFF2-40B4-BE49-F238E27FC236}">
                    <a16:creationId xmlns:a16="http://schemas.microsoft.com/office/drawing/2014/main" id="{690EDA28-3A00-D488-13F1-DB11CCD7B27C}"/>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4" name="Freeform: Shape 553">
                <a:extLst>
                  <a:ext uri="{FF2B5EF4-FFF2-40B4-BE49-F238E27FC236}">
                    <a16:creationId xmlns:a16="http://schemas.microsoft.com/office/drawing/2014/main" id="{803F8CA5-69B4-C709-1274-6A68D0559C49}"/>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5" name="Freeform: Shape 554">
                <a:extLst>
                  <a:ext uri="{FF2B5EF4-FFF2-40B4-BE49-F238E27FC236}">
                    <a16:creationId xmlns:a16="http://schemas.microsoft.com/office/drawing/2014/main" id="{C1DDF1D3-D76E-E662-F59B-E842566A13C2}"/>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6" name="Freeform: Shape 555">
                <a:extLst>
                  <a:ext uri="{FF2B5EF4-FFF2-40B4-BE49-F238E27FC236}">
                    <a16:creationId xmlns:a16="http://schemas.microsoft.com/office/drawing/2014/main" id="{5F4F85CB-91A2-375E-637D-31AFD88B2D7C}"/>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7" name="Freeform: Shape 556">
                <a:extLst>
                  <a:ext uri="{FF2B5EF4-FFF2-40B4-BE49-F238E27FC236}">
                    <a16:creationId xmlns:a16="http://schemas.microsoft.com/office/drawing/2014/main" id="{01438496-C637-D839-2606-9C0A71D3EDE8}"/>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8" name="Freeform: Shape 557">
                <a:extLst>
                  <a:ext uri="{FF2B5EF4-FFF2-40B4-BE49-F238E27FC236}">
                    <a16:creationId xmlns:a16="http://schemas.microsoft.com/office/drawing/2014/main" id="{918B7410-7912-8AFA-9A47-0A9758778A31}"/>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9" name="Freeform: Shape 558">
                <a:extLst>
                  <a:ext uri="{FF2B5EF4-FFF2-40B4-BE49-F238E27FC236}">
                    <a16:creationId xmlns:a16="http://schemas.microsoft.com/office/drawing/2014/main" id="{57FA5BDA-6D9F-E4D7-214F-0300F2A40749}"/>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0" name="Freeform: Shape 559">
                <a:extLst>
                  <a:ext uri="{FF2B5EF4-FFF2-40B4-BE49-F238E27FC236}">
                    <a16:creationId xmlns:a16="http://schemas.microsoft.com/office/drawing/2014/main" id="{780398E8-7E7B-F3FD-C94F-0312E4079BA1}"/>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1" name="Freeform: Shape 560">
                <a:extLst>
                  <a:ext uri="{FF2B5EF4-FFF2-40B4-BE49-F238E27FC236}">
                    <a16:creationId xmlns:a16="http://schemas.microsoft.com/office/drawing/2014/main" id="{5777CD51-5C9D-509C-322C-6B80CB302587}"/>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2" name="Freeform: Shape 561">
                <a:extLst>
                  <a:ext uri="{FF2B5EF4-FFF2-40B4-BE49-F238E27FC236}">
                    <a16:creationId xmlns:a16="http://schemas.microsoft.com/office/drawing/2014/main" id="{1CF3B7F2-E7E1-985F-9E6F-7FD6294DBB65}"/>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3" name="Freeform: Shape 562">
                <a:extLst>
                  <a:ext uri="{FF2B5EF4-FFF2-40B4-BE49-F238E27FC236}">
                    <a16:creationId xmlns:a16="http://schemas.microsoft.com/office/drawing/2014/main" id="{EE277238-9DC9-6D51-6A7D-127A7243E9A4}"/>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4" name="Freeform: Shape 563">
                <a:extLst>
                  <a:ext uri="{FF2B5EF4-FFF2-40B4-BE49-F238E27FC236}">
                    <a16:creationId xmlns:a16="http://schemas.microsoft.com/office/drawing/2014/main" id="{E9D37979-AFE8-A982-5E25-102E3D111627}"/>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5" name="Freeform: Shape 564">
                <a:extLst>
                  <a:ext uri="{FF2B5EF4-FFF2-40B4-BE49-F238E27FC236}">
                    <a16:creationId xmlns:a16="http://schemas.microsoft.com/office/drawing/2014/main" id="{25B65BED-6444-4F94-B5BF-6785DDE817D2}"/>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6" name="Freeform: Shape 565">
                <a:extLst>
                  <a:ext uri="{FF2B5EF4-FFF2-40B4-BE49-F238E27FC236}">
                    <a16:creationId xmlns:a16="http://schemas.microsoft.com/office/drawing/2014/main" id="{3E066E7B-556F-675F-0C27-9797B1E2BCC1}"/>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7" name="Freeform: Shape 566">
                <a:extLst>
                  <a:ext uri="{FF2B5EF4-FFF2-40B4-BE49-F238E27FC236}">
                    <a16:creationId xmlns:a16="http://schemas.microsoft.com/office/drawing/2014/main" id="{3BCDBD73-DF93-80C8-8C7F-9F305F3FBB47}"/>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8" name="Freeform: Shape 567">
                <a:extLst>
                  <a:ext uri="{FF2B5EF4-FFF2-40B4-BE49-F238E27FC236}">
                    <a16:creationId xmlns:a16="http://schemas.microsoft.com/office/drawing/2014/main" id="{9F79D631-9DD7-4F3C-0D47-79F7A123850E}"/>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9" name="Freeform: Shape 568">
                <a:extLst>
                  <a:ext uri="{FF2B5EF4-FFF2-40B4-BE49-F238E27FC236}">
                    <a16:creationId xmlns:a16="http://schemas.microsoft.com/office/drawing/2014/main" id="{998565BE-AF40-6DE0-BAE4-FEAF8C13D6EB}"/>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0" name="Freeform: Shape 569">
                <a:extLst>
                  <a:ext uri="{FF2B5EF4-FFF2-40B4-BE49-F238E27FC236}">
                    <a16:creationId xmlns:a16="http://schemas.microsoft.com/office/drawing/2014/main" id="{8C9DDC0C-E947-0BFB-E92A-6A95F2000B20}"/>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1" name="Freeform: Shape 570">
                <a:extLst>
                  <a:ext uri="{FF2B5EF4-FFF2-40B4-BE49-F238E27FC236}">
                    <a16:creationId xmlns:a16="http://schemas.microsoft.com/office/drawing/2014/main" id="{9354CEC2-29BE-29FB-1C98-8A48EC622F0F}"/>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2" name="Freeform: Shape 571">
                <a:extLst>
                  <a:ext uri="{FF2B5EF4-FFF2-40B4-BE49-F238E27FC236}">
                    <a16:creationId xmlns:a16="http://schemas.microsoft.com/office/drawing/2014/main" id="{366218A2-D9A6-DDB0-D269-C561FE7ED623}"/>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3" name="Freeform: Shape 572">
                <a:extLst>
                  <a:ext uri="{FF2B5EF4-FFF2-40B4-BE49-F238E27FC236}">
                    <a16:creationId xmlns:a16="http://schemas.microsoft.com/office/drawing/2014/main" id="{B1300652-DD04-98F4-9ECA-4F5E405AD88C}"/>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4" name="Freeform: Shape 573">
                <a:extLst>
                  <a:ext uri="{FF2B5EF4-FFF2-40B4-BE49-F238E27FC236}">
                    <a16:creationId xmlns:a16="http://schemas.microsoft.com/office/drawing/2014/main" id="{AC40C733-3B0A-43A1-5090-FC9D6461375F}"/>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5" name="Freeform: Shape 574">
                <a:extLst>
                  <a:ext uri="{FF2B5EF4-FFF2-40B4-BE49-F238E27FC236}">
                    <a16:creationId xmlns:a16="http://schemas.microsoft.com/office/drawing/2014/main" id="{656D3331-E809-5521-EB20-E07F8A8CE53C}"/>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6" name="Freeform: Shape 575">
                <a:extLst>
                  <a:ext uri="{FF2B5EF4-FFF2-40B4-BE49-F238E27FC236}">
                    <a16:creationId xmlns:a16="http://schemas.microsoft.com/office/drawing/2014/main" id="{27CA87BF-44FF-0657-3794-090BD061AD04}"/>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7" name="Freeform: Shape 576">
                <a:extLst>
                  <a:ext uri="{FF2B5EF4-FFF2-40B4-BE49-F238E27FC236}">
                    <a16:creationId xmlns:a16="http://schemas.microsoft.com/office/drawing/2014/main" id="{880BAE68-8D5F-EE22-E0A6-C255CF45B229}"/>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8" name="Freeform: Shape 577">
                <a:extLst>
                  <a:ext uri="{FF2B5EF4-FFF2-40B4-BE49-F238E27FC236}">
                    <a16:creationId xmlns:a16="http://schemas.microsoft.com/office/drawing/2014/main" id="{EF297896-30DF-443A-3477-2BAE2A8EF42A}"/>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9" name="Freeform: Shape 578">
                <a:extLst>
                  <a:ext uri="{FF2B5EF4-FFF2-40B4-BE49-F238E27FC236}">
                    <a16:creationId xmlns:a16="http://schemas.microsoft.com/office/drawing/2014/main" id="{7B14AF39-01D8-58D6-CCAF-A02D667BE7CE}"/>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0" name="Freeform: Shape 579">
                <a:extLst>
                  <a:ext uri="{FF2B5EF4-FFF2-40B4-BE49-F238E27FC236}">
                    <a16:creationId xmlns:a16="http://schemas.microsoft.com/office/drawing/2014/main" id="{38B941CA-4ABB-79ED-8D53-3D3EE091A08C}"/>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1" name="Freeform: Shape 580">
                <a:extLst>
                  <a:ext uri="{FF2B5EF4-FFF2-40B4-BE49-F238E27FC236}">
                    <a16:creationId xmlns:a16="http://schemas.microsoft.com/office/drawing/2014/main" id="{04620134-AF3A-6088-1FC2-824E2C00BE76}"/>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2" name="Freeform: Shape 581">
                <a:extLst>
                  <a:ext uri="{FF2B5EF4-FFF2-40B4-BE49-F238E27FC236}">
                    <a16:creationId xmlns:a16="http://schemas.microsoft.com/office/drawing/2014/main" id="{5020B7A4-55F0-6378-58EF-CD6215DDAD23}"/>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3" name="Freeform: Shape 582">
                <a:extLst>
                  <a:ext uri="{FF2B5EF4-FFF2-40B4-BE49-F238E27FC236}">
                    <a16:creationId xmlns:a16="http://schemas.microsoft.com/office/drawing/2014/main" id="{B68F6925-1319-EA7A-66D5-DB7DC921533C}"/>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4" name="Freeform: Shape 583">
                <a:extLst>
                  <a:ext uri="{FF2B5EF4-FFF2-40B4-BE49-F238E27FC236}">
                    <a16:creationId xmlns:a16="http://schemas.microsoft.com/office/drawing/2014/main" id="{90C69F89-03D8-1760-B7BD-27CB32D43AFB}"/>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5" name="Freeform: Shape 584">
                <a:extLst>
                  <a:ext uri="{FF2B5EF4-FFF2-40B4-BE49-F238E27FC236}">
                    <a16:creationId xmlns:a16="http://schemas.microsoft.com/office/drawing/2014/main" id="{E086B908-36E0-590B-85AC-E6C56881F2F5}"/>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6" name="Freeform: Shape 585">
                <a:extLst>
                  <a:ext uri="{FF2B5EF4-FFF2-40B4-BE49-F238E27FC236}">
                    <a16:creationId xmlns:a16="http://schemas.microsoft.com/office/drawing/2014/main" id="{83E22322-FE4D-C17D-B27A-81D642028FDD}"/>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7" name="Freeform: Shape 586">
                <a:extLst>
                  <a:ext uri="{FF2B5EF4-FFF2-40B4-BE49-F238E27FC236}">
                    <a16:creationId xmlns:a16="http://schemas.microsoft.com/office/drawing/2014/main" id="{FA3FA912-8C23-8325-A510-80C2BB14AC8E}"/>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8" name="Freeform: Shape 587">
                <a:extLst>
                  <a:ext uri="{FF2B5EF4-FFF2-40B4-BE49-F238E27FC236}">
                    <a16:creationId xmlns:a16="http://schemas.microsoft.com/office/drawing/2014/main" id="{9897E664-5DD6-046C-054C-C23419C5DF73}"/>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9" name="Freeform: Shape 588">
                <a:extLst>
                  <a:ext uri="{FF2B5EF4-FFF2-40B4-BE49-F238E27FC236}">
                    <a16:creationId xmlns:a16="http://schemas.microsoft.com/office/drawing/2014/main" id="{D66DFC97-6FB6-7662-B46C-6ADA232060A9}"/>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0" name="Freeform: Shape 589">
                <a:extLst>
                  <a:ext uri="{FF2B5EF4-FFF2-40B4-BE49-F238E27FC236}">
                    <a16:creationId xmlns:a16="http://schemas.microsoft.com/office/drawing/2014/main" id="{971264FA-1BB0-62D6-9FF3-BC610947A839}"/>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1" name="Freeform: Shape 590">
                <a:extLst>
                  <a:ext uri="{FF2B5EF4-FFF2-40B4-BE49-F238E27FC236}">
                    <a16:creationId xmlns:a16="http://schemas.microsoft.com/office/drawing/2014/main" id="{27E180D6-F6AE-15C5-63EF-2C000124D74B}"/>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2" name="Freeform: Shape 591">
                <a:extLst>
                  <a:ext uri="{FF2B5EF4-FFF2-40B4-BE49-F238E27FC236}">
                    <a16:creationId xmlns:a16="http://schemas.microsoft.com/office/drawing/2014/main" id="{943DB54C-3BC6-0262-91A3-ED5C6A4025EC}"/>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3" name="Freeform: Shape 592">
                <a:extLst>
                  <a:ext uri="{FF2B5EF4-FFF2-40B4-BE49-F238E27FC236}">
                    <a16:creationId xmlns:a16="http://schemas.microsoft.com/office/drawing/2014/main" id="{8E81E5B9-D4A4-3E50-E0E8-B928DF4C9FC0}"/>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4" name="Freeform: Shape 593">
                <a:extLst>
                  <a:ext uri="{FF2B5EF4-FFF2-40B4-BE49-F238E27FC236}">
                    <a16:creationId xmlns:a16="http://schemas.microsoft.com/office/drawing/2014/main" id="{F6940157-6326-AB9C-2D81-400973C9C5F0}"/>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5" name="Freeform: Shape 594">
                <a:extLst>
                  <a:ext uri="{FF2B5EF4-FFF2-40B4-BE49-F238E27FC236}">
                    <a16:creationId xmlns:a16="http://schemas.microsoft.com/office/drawing/2014/main" id="{54C9CC53-8EC0-659A-2AC2-D14318BB960B}"/>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6" name="Freeform: Shape 595">
                <a:extLst>
                  <a:ext uri="{FF2B5EF4-FFF2-40B4-BE49-F238E27FC236}">
                    <a16:creationId xmlns:a16="http://schemas.microsoft.com/office/drawing/2014/main" id="{9B37F14C-EDD2-67D7-A5B5-512F96BEE73E}"/>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7" name="Freeform: Shape 596">
                <a:extLst>
                  <a:ext uri="{FF2B5EF4-FFF2-40B4-BE49-F238E27FC236}">
                    <a16:creationId xmlns:a16="http://schemas.microsoft.com/office/drawing/2014/main" id="{34F0E052-5443-1CC4-D915-A5E4E3124FF3}"/>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8" name="Freeform: Shape 597">
                <a:extLst>
                  <a:ext uri="{FF2B5EF4-FFF2-40B4-BE49-F238E27FC236}">
                    <a16:creationId xmlns:a16="http://schemas.microsoft.com/office/drawing/2014/main" id="{C4806B3E-C2A3-DC8B-1E8A-D92DF41AC0AD}"/>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9" name="Freeform: Shape 598">
                <a:extLst>
                  <a:ext uri="{FF2B5EF4-FFF2-40B4-BE49-F238E27FC236}">
                    <a16:creationId xmlns:a16="http://schemas.microsoft.com/office/drawing/2014/main" id="{FCCE402C-3CB6-6CED-C8D5-4FEE7FE35D1B}"/>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0" name="Freeform: Shape 599">
                <a:extLst>
                  <a:ext uri="{FF2B5EF4-FFF2-40B4-BE49-F238E27FC236}">
                    <a16:creationId xmlns:a16="http://schemas.microsoft.com/office/drawing/2014/main" id="{E0EAF3DE-1F5A-9192-21C6-E2CA09E61406}"/>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1" name="Freeform: Shape 600">
                <a:extLst>
                  <a:ext uri="{FF2B5EF4-FFF2-40B4-BE49-F238E27FC236}">
                    <a16:creationId xmlns:a16="http://schemas.microsoft.com/office/drawing/2014/main" id="{FF3656F7-CBDC-2428-D489-7FA299CB0726}"/>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2" name="Freeform: Shape 601">
                <a:extLst>
                  <a:ext uri="{FF2B5EF4-FFF2-40B4-BE49-F238E27FC236}">
                    <a16:creationId xmlns:a16="http://schemas.microsoft.com/office/drawing/2014/main" id="{951F0EA9-1BEF-DF3C-1513-988F67E05F34}"/>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3" name="Freeform: Shape 602">
                <a:extLst>
                  <a:ext uri="{FF2B5EF4-FFF2-40B4-BE49-F238E27FC236}">
                    <a16:creationId xmlns:a16="http://schemas.microsoft.com/office/drawing/2014/main" id="{305C56FB-F903-83A7-94BF-09E175859333}"/>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4" name="Freeform: Shape 603">
                <a:extLst>
                  <a:ext uri="{FF2B5EF4-FFF2-40B4-BE49-F238E27FC236}">
                    <a16:creationId xmlns:a16="http://schemas.microsoft.com/office/drawing/2014/main" id="{637BC5F7-D6DA-99EE-53CD-5CD170B2CC05}"/>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5" name="Freeform: Shape 604">
                <a:extLst>
                  <a:ext uri="{FF2B5EF4-FFF2-40B4-BE49-F238E27FC236}">
                    <a16:creationId xmlns:a16="http://schemas.microsoft.com/office/drawing/2014/main" id="{D844BC54-DD87-9F3A-60FA-0DACF0A6B490}"/>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6" name="Freeform: Shape 605">
                <a:extLst>
                  <a:ext uri="{FF2B5EF4-FFF2-40B4-BE49-F238E27FC236}">
                    <a16:creationId xmlns:a16="http://schemas.microsoft.com/office/drawing/2014/main" id="{1FC06845-DA10-3807-7787-48D8540A796A}"/>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7" name="Freeform: Shape 606">
                <a:extLst>
                  <a:ext uri="{FF2B5EF4-FFF2-40B4-BE49-F238E27FC236}">
                    <a16:creationId xmlns:a16="http://schemas.microsoft.com/office/drawing/2014/main" id="{F4359746-C78F-0D5C-B6A1-BABAFD66E87F}"/>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8" name="Freeform: Shape 607">
                <a:extLst>
                  <a:ext uri="{FF2B5EF4-FFF2-40B4-BE49-F238E27FC236}">
                    <a16:creationId xmlns:a16="http://schemas.microsoft.com/office/drawing/2014/main" id="{52AD9CEC-B63E-FCCC-CC5C-B5D51E521328}"/>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9" name="Freeform: Shape 608">
                <a:extLst>
                  <a:ext uri="{FF2B5EF4-FFF2-40B4-BE49-F238E27FC236}">
                    <a16:creationId xmlns:a16="http://schemas.microsoft.com/office/drawing/2014/main" id="{FC117A7D-0101-A4C1-461C-F4AA7A66F86A}"/>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0" name="Freeform: Shape 609">
                <a:extLst>
                  <a:ext uri="{FF2B5EF4-FFF2-40B4-BE49-F238E27FC236}">
                    <a16:creationId xmlns:a16="http://schemas.microsoft.com/office/drawing/2014/main" id="{1A1FF42F-1072-5ADF-C792-FCC20540EAED}"/>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1" name="Freeform: Shape 610">
                <a:extLst>
                  <a:ext uri="{FF2B5EF4-FFF2-40B4-BE49-F238E27FC236}">
                    <a16:creationId xmlns:a16="http://schemas.microsoft.com/office/drawing/2014/main" id="{B35DE6B2-A128-DC36-0594-2B8990AA10FB}"/>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2" name="Freeform: Shape 611">
                <a:extLst>
                  <a:ext uri="{FF2B5EF4-FFF2-40B4-BE49-F238E27FC236}">
                    <a16:creationId xmlns:a16="http://schemas.microsoft.com/office/drawing/2014/main" id="{3BD85399-5EEF-BDE5-DAD1-CDCD29B98545}"/>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3" name="Freeform: Shape 612">
                <a:extLst>
                  <a:ext uri="{FF2B5EF4-FFF2-40B4-BE49-F238E27FC236}">
                    <a16:creationId xmlns:a16="http://schemas.microsoft.com/office/drawing/2014/main" id="{AD924EC5-E066-D4AB-E115-7B7DAD44148B}"/>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4" name="Freeform: Shape 613">
                <a:extLst>
                  <a:ext uri="{FF2B5EF4-FFF2-40B4-BE49-F238E27FC236}">
                    <a16:creationId xmlns:a16="http://schemas.microsoft.com/office/drawing/2014/main" id="{B6A22450-89AA-238B-BCFB-F35EE36ED804}"/>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5" name="Freeform: Shape 614">
                <a:extLst>
                  <a:ext uri="{FF2B5EF4-FFF2-40B4-BE49-F238E27FC236}">
                    <a16:creationId xmlns:a16="http://schemas.microsoft.com/office/drawing/2014/main" id="{2442F9C3-9955-1178-4A3C-73A486CBF85F}"/>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6" name="Freeform: Shape 615">
                <a:extLst>
                  <a:ext uri="{FF2B5EF4-FFF2-40B4-BE49-F238E27FC236}">
                    <a16:creationId xmlns:a16="http://schemas.microsoft.com/office/drawing/2014/main" id="{B3A34FCB-5FF8-FDAD-1F50-502A7006C40B}"/>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7" name="Freeform: Shape 616">
                <a:extLst>
                  <a:ext uri="{FF2B5EF4-FFF2-40B4-BE49-F238E27FC236}">
                    <a16:creationId xmlns:a16="http://schemas.microsoft.com/office/drawing/2014/main" id="{31B7BFFD-6562-C391-585A-E4E095963877}"/>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8" name="Freeform: Shape 617">
                <a:extLst>
                  <a:ext uri="{FF2B5EF4-FFF2-40B4-BE49-F238E27FC236}">
                    <a16:creationId xmlns:a16="http://schemas.microsoft.com/office/drawing/2014/main" id="{D71D4842-F0BD-AF61-3B74-09A7119CF828}"/>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9" name="Freeform: Shape 618">
                <a:extLst>
                  <a:ext uri="{FF2B5EF4-FFF2-40B4-BE49-F238E27FC236}">
                    <a16:creationId xmlns:a16="http://schemas.microsoft.com/office/drawing/2014/main" id="{69DF7F0B-C1A3-16FB-3E79-FAA7CE7477FF}"/>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0" name="Freeform: Shape 619">
                <a:extLst>
                  <a:ext uri="{FF2B5EF4-FFF2-40B4-BE49-F238E27FC236}">
                    <a16:creationId xmlns:a16="http://schemas.microsoft.com/office/drawing/2014/main" id="{1D64C8F5-C743-CDEE-C571-775DC8AD7FD2}"/>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1" name="Freeform: Shape 620">
                <a:extLst>
                  <a:ext uri="{FF2B5EF4-FFF2-40B4-BE49-F238E27FC236}">
                    <a16:creationId xmlns:a16="http://schemas.microsoft.com/office/drawing/2014/main" id="{6837A3B9-C1E9-3387-C5DE-8F339A2FFB12}"/>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2" name="Freeform: Shape 621">
                <a:extLst>
                  <a:ext uri="{FF2B5EF4-FFF2-40B4-BE49-F238E27FC236}">
                    <a16:creationId xmlns:a16="http://schemas.microsoft.com/office/drawing/2014/main" id="{750879B9-3FCC-D21F-EB7D-17703836631E}"/>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3" name="Freeform: Shape 622">
                <a:extLst>
                  <a:ext uri="{FF2B5EF4-FFF2-40B4-BE49-F238E27FC236}">
                    <a16:creationId xmlns:a16="http://schemas.microsoft.com/office/drawing/2014/main" id="{F56F0DFD-C32E-E0F1-795A-F58DA5355A0B}"/>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4" name="Freeform: Shape 623">
                <a:extLst>
                  <a:ext uri="{FF2B5EF4-FFF2-40B4-BE49-F238E27FC236}">
                    <a16:creationId xmlns:a16="http://schemas.microsoft.com/office/drawing/2014/main" id="{77AD0C1A-7029-7AB5-1C7B-F7CBA4606312}"/>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5" name="Freeform: Shape 624">
                <a:extLst>
                  <a:ext uri="{FF2B5EF4-FFF2-40B4-BE49-F238E27FC236}">
                    <a16:creationId xmlns:a16="http://schemas.microsoft.com/office/drawing/2014/main" id="{7F6BAD44-F627-A8DB-5010-97CA78AEF1DD}"/>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6" name="Freeform: Shape 625">
                <a:extLst>
                  <a:ext uri="{FF2B5EF4-FFF2-40B4-BE49-F238E27FC236}">
                    <a16:creationId xmlns:a16="http://schemas.microsoft.com/office/drawing/2014/main" id="{44493E70-3BD9-E03E-3CBC-F1BA27740AE4}"/>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7" name="Freeform: Shape 626">
                <a:extLst>
                  <a:ext uri="{FF2B5EF4-FFF2-40B4-BE49-F238E27FC236}">
                    <a16:creationId xmlns:a16="http://schemas.microsoft.com/office/drawing/2014/main" id="{F5AA4B96-DC4E-9D31-3FA4-39484B5D3635}"/>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8" name="Freeform: Shape 627">
                <a:extLst>
                  <a:ext uri="{FF2B5EF4-FFF2-40B4-BE49-F238E27FC236}">
                    <a16:creationId xmlns:a16="http://schemas.microsoft.com/office/drawing/2014/main" id="{9807F94F-5F2F-970D-931A-209B283DD9F4}"/>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9" name="Freeform: Shape 628">
                <a:extLst>
                  <a:ext uri="{FF2B5EF4-FFF2-40B4-BE49-F238E27FC236}">
                    <a16:creationId xmlns:a16="http://schemas.microsoft.com/office/drawing/2014/main" id="{6635654C-CDBB-D46B-26D6-C85E49D52CBE}"/>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0" name="Freeform: Shape 629">
                <a:extLst>
                  <a:ext uri="{FF2B5EF4-FFF2-40B4-BE49-F238E27FC236}">
                    <a16:creationId xmlns:a16="http://schemas.microsoft.com/office/drawing/2014/main" id="{0BA555FC-D5ED-DA99-9639-5399D36802A2}"/>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1" name="Freeform: Shape 630">
                <a:extLst>
                  <a:ext uri="{FF2B5EF4-FFF2-40B4-BE49-F238E27FC236}">
                    <a16:creationId xmlns:a16="http://schemas.microsoft.com/office/drawing/2014/main" id="{30E87C9D-FC14-8BC1-465C-CF580F3FE35F}"/>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2" name="Freeform: Shape 631">
                <a:extLst>
                  <a:ext uri="{FF2B5EF4-FFF2-40B4-BE49-F238E27FC236}">
                    <a16:creationId xmlns:a16="http://schemas.microsoft.com/office/drawing/2014/main" id="{2EB8E6EA-B758-1C4F-CE56-EF63875C43D5}"/>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3" name="Freeform: Shape 632">
                <a:extLst>
                  <a:ext uri="{FF2B5EF4-FFF2-40B4-BE49-F238E27FC236}">
                    <a16:creationId xmlns:a16="http://schemas.microsoft.com/office/drawing/2014/main" id="{4DBA3BAF-4505-FE24-B03A-33605D2ADA66}"/>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4" name="Freeform: Shape 633">
                <a:extLst>
                  <a:ext uri="{FF2B5EF4-FFF2-40B4-BE49-F238E27FC236}">
                    <a16:creationId xmlns:a16="http://schemas.microsoft.com/office/drawing/2014/main" id="{42C4F231-150A-99B3-DB7D-5563D4B24C03}"/>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5" name="Freeform: Shape 634">
                <a:extLst>
                  <a:ext uri="{FF2B5EF4-FFF2-40B4-BE49-F238E27FC236}">
                    <a16:creationId xmlns:a16="http://schemas.microsoft.com/office/drawing/2014/main" id="{9242520C-B43B-8BFF-A9BA-DCAEC9C1B854}"/>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6" name="Freeform: Shape 635">
                <a:extLst>
                  <a:ext uri="{FF2B5EF4-FFF2-40B4-BE49-F238E27FC236}">
                    <a16:creationId xmlns:a16="http://schemas.microsoft.com/office/drawing/2014/main" id="{238DDDCA-9B0A-705B-2B45-449A33AD06A5}"/>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7" name="Freeform: Shape 636">
                <a:extLst>
                  <a:ext uri="{FF2B5EF4-FFF2-40B4-BE49-F238E27FC236}">
                    <a16:creationId xmlns:a16="http://schemas.microsoft.com/office/drawing/2014/main" id="{457AF7C0-9B9F-7DBD-4717-CBD9EE505917}"/>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8" name="Freeform: Shape 637">
                <a:extLst>
                  <a:ext uri="{FF2B5EF4-FFF2-40B4-BE49-F238E27FC236}">
                    <a16:creationId xmlns:a16="http://schemas.microsoft.com/office/drawing/2014/main" id="{13AE51B5-6AFD-C197-5986-A5A4AF0C4561}"/>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9" name="Freeform: Shape 638">
                <a:extLst>
                  <a:ext uri="{FF2B5EF4-FFF2-40B4-BE49-F238E27FC236}">
                    <a16:creationId xmlns:a16="http://schemas.microsoft.com/office/drawing/2014/main" id="{764CC6DB-25B0-09A9-8D59-C993E242A66C}"/>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0" name="Freeform: Shape 639">
                <a:extLst>
                  <a:ext uri="{FF2B5EF4-FFF2-40B4-BE49-F238E27FC236}">
                    <a16:creationId xmlns:a16="http://schemas.microsoft.com/office/drawing/2014/main" id="{2DD562E6-5147-A5AB-58F7-C472CDE2CDBE}"/>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1" name="Freeform: Shape 640">
                <a:extLst>
                  <a:ext uri="{FF2B5EF4-FFF2-40B4-BE49-F238E27FC236}">
                    <a16:creationId xmlns:a16="http://schemas.microsoft.com/office/drawing/2014/main" id="{07E23829-A947-A844-4CC6-2DE60B4617A5}"/>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2" name="Freeform: Shape 641">
                <a:extLst>
                  <a:ext uri="{FF2B5EF4-FFF2-40B4-BE49-F238E27FC236}">
                    <a16:creationId xmlns:a16="http://schemas.microsoft.com/office/drawing/2014/main" id="{ADBB00E3-A6A1-9E18-374E-20BFA25C8263}"/>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3" name="Freeform: Shape 642">
                <a:extLst>
                  <a:ext uri="{FF2B5EF4-FFF2-40B4-BE49-F238E27FC236}">
                    <a16:creationId xmlns:a16="http://schemas.microsoft.com/office/drawing/2014/main" id="{B07ACA97-90AE-1371-17FD-91899E0885D7}"/>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4" name="Freeform: Shape 643">
                <a:extLst>
                  <a:ext uri="{FF2B5EF4-FFF2-40B4-BE49-F238E27FC236}">
                    <a16:creationId xmlns:a16="http://schemas.microsoft.com/office/drawing/2014/main" id="{3DAF15F7-AF61-4AE1-D666-A73B2A6E1D9A}"/>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5" name="Freeform: Shape 644">
                <a:extLst>
                  <a:ext uri="{FF2B5EF4-FFF2-40B4-BE49-F238E27FC236}">
                    <a16:creationId xmlns:a16="http://schemas.microsoft.com/office/drawing/2014/main" id="{AE3C24F0-0134-E868-8688-F58287941678}"/>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6" name="Freeform: Shape 645">
                <a:extLst>
                  <a:ext uri="{FF2B5EF4-FFF2-40B4-BE49-F238E27FC236}">
                    <a16:creationId xmlns:a16="http://schemas.microsoft.com/office/drawing/2014/main" id="{9E0F9789-74BB-D137-C2E3-C94EA164FCC3}"/>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7" name="Freeform: Shape 646">
                <a:extLst>
                  <a:ext uri="{FF2B5EF4-FFF2-40B4-BE49-F238E27FC236}">
                    <a16:creationId xmlns:a16="http://schemas.microsoft.com/office/drawing/2014/main" id="{DC6E79B2-C3EE-331C-1B26-921495E32855}"/>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8" name="Freeform: Shape 647">
                <a:extLst>
                  <a:ext uri="{FF2B5EF4-FFF2-40B4-BE49-F238E27FC236}">
                    <a16:creationId xmlns:a16="http://schemas.microsoft.com/office/drawing/2014/main" id="{7D742202-DA64-0753-F79A-2C4C6D209CF2}"/>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9" name="Freeform: Shape 648">
                <a:extLst>
                  <a:ext uri="{FF2B5EF4-FFF2-40B4-BE49-F238E27FC236}">
                    <a16:creationId xmlns:a16="http://schemas.microsoft.com/office/drawing/2014/main" id="{39D45B1E-CE4C-3D3E-BBDB-6A61E385258B}"/>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0" name="Freeform: Shape 649">
                <a:extLst>
                  <a:ext uri="{FF2B5EF4-FFF2-40B4-BE49-F238E27FC236}">
                    <a16:creationId xmlns:a16="http://schemas.microsoft.com/office/drawing/2014/main" id="{03855FA2-360F-A453-281C-3528A27551DC}"/>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1" name="Freeform: Shape 650">
                <a:extLst>
                  <a:ext uri="{FF2B5EF4-FFF2-40B4-BE49-F238E27FC236}">
                    <a16:creationId xmlns:a16="http://schemas.microsoft.com/office/drawing/2014/main" id="{6EE2B992-8AE8-1028-C9B2-1D2AACF88852}"/>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2" name="Freeform: Shape 651">
                <a:extLst>
                  <a:ext uri="{FF2B5EF4-FFF2-40B4-BE49-F238E27FC236}">
                    <a16:creationId xmlns:a16="http://schemas.microsoft.com/office/drawing/2014/main" id="{5B998C1D-191F-E285-FDDD-E5DCFC16FCA3}"/>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grpSp>
        <p:sp>
          <p:nvSpPr>
            <p:cNvPr id="120" name="Rectangle 119">
              <a:extLst>
                <a:ext uri="{FF2B5EF4-FFF2-40B4-BE49-F238E27FC236}">
                  <a16:creationId xmlns:a16="http://schemas.microsoft.com/office/drawing/2014/main" id="{34C43CA2-E0D6-E990-BC8D-1A29B42D53C8}"/>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49ADCC29-BFFC-9DA0-2444-99ADA1029330}"/>
              </a:ext>
            </a:extLst>
          </p:cNvPr>
          <p:cNvSpPr>
            <a:spLocks noGrp="1"/>
          </p:cNvSpPr>
          <p:nvPr userDrawn="1">
            <p:ph type="title" hasCustomPrompt="1"/>
          </p:nvPr>
        </p:nvSpPr>
        <p:spPr>
          <a:xfrm>
            <a:off x="334963" y="2220532"/>
            <a:ext cx="7457757" cy="1452307"/>
          </a:xfrm>
        </p:spPr>
        <p:txBody>
          <a:bodyPr>
            <a:noAutofit/>
          </a:bodyPr>
          <a:lstStyle>
            <a:lvl1pPr>
              <a:defRPr sz="3600">
                <a:solidFill>
                  <a:schemeClr val="bg2"/>
                </a:solidFill>
              </a:defRPr>
            </a:lvl1pPr>
          </a:lstStyle>
          <a:p>
            <a:r>
              <a:rPr lang="en-US"/>
              <a:t>Click to add slide title </a:t>
            </a:r>
            <a:br>
              <a:rPr lang="en-US"/>
            </a:br>
            <a:r>
              <a:rPr lang="en-US"/>
              <a:t>(Arial 36 pt)</a:t>
            </a:r>
            <a:endParaRPr lang="en-IN"/>
          </a:p>
        </p:txBody>
      </p:sp>
      <p:sp>
        <p:nvSpPr>
          <p:cNvPr id="13" name="Text Placeholder 12">
            <a:extLst>
              <a:ext uri="{FF2B5EF4-FFF2-40B4-BE49-F238E27FC236}">
                <a16:creationId xmlns:a16="http://schemas.microsoft.com/office/drawing/2014/main" id="{CA41B1C5-C51C-440C-3310-61B269700540}"/>
              </a:ext>
            </a:extLst>
          </p:cNvPr>
          <p:cNvSpPr>
            <a:spLocks noGrp="1"/>
          </p:cNvSpPr>
          <p:nvPr userDrawn="1">
            <p:ph type="body" sz="quarter" idx="14" hasCustomPrompt="1"/>
          </p:nvPr>
        </p:nvSpPr>
        <p:spPr>
          <a:xfrm>
            <a:off x="334963" y="4006422"/>
            <a:ext cx="7457757" cy="315816"/>
          </a:xfrm>
          <a:prstGeom prst="rect">
            <a:avLst/>
          </a:prstGeom>
        </p:spPr>
        <p:txBody>
          <a:bodyPr>
            <a:noAutofit/>
          </a:bodyPr>
          <a:lstStyle>
            <a:lvl1pPr marL="0" indent="0">
              <a:lnSpc>
                <a:spcPct val="100000"/>
              </a:lnSpc>
              <a:spcBef>
                <a:spcPts val="200"/>
              </a:spcBef>
              <a:spcAft>
                <a:spcPts val="200"/>
              </a:spcAft>
              <a:buNone/>
              <a:defRPr>
                <a:solidFill>
                  <a:schemeClr val="tx1"/>
                </a:solidFill>
              </a:defRPr>
            </a:lvl1pPr>
            <a:lvl3pPr>
              <a:defRPr/>
            </a:lvl3pPr>
          </a:lstStyle>
          <a:p>
            <a:pPr lvl="0"/>
            <a:r>
              <a:rPr lang="en-US"/>
              <a:t>Click here to add subtitle</a:t>
            </a:r>
            <a:endParaRPr lang="en-IN"/>
          </a:p>
        </p:txBody>
      </p:sp>
      <p:sp>
        <p:nvSpPr>
          <p:cNvPr id="15" name="Text Placeholder 12">
            <a:extLst>
              <a:ext uri="{FF2B5EF4-FFF2-40B4-BE49-F238E27FC236}">
                <a16:creationId xmlns:a16="http://schemas.microsoft.com/office/drawing/2014/main" id="{1A34B999-CBE5-30BF-530A-145FC3F34DF3}"/>
              </a:ext>
            </a:extLst>
          </p:cNvPr>
          <p:cNvSpPr>
            <a:spLocks noGrp="1"/>
          </p:cNvSpPr>
          <p:nvPr userDrawn="1">
            <p:ph type="body" sz="quarter" idx="15" hasCustomPrompt="1"/>
          </p:nvPr>
        </p:nvSpPr>
        <p:spPr>
          <a:xfrm>
            <a:off x="334963" y="4626182"/>
            <a:ext cx="7457757" cy="315816"/>
          </a:xfrm>
          <a:prstGeom prst="rect">
            <a:avLst/>
          </a:prstGeom>
        </p:spPr>
        <p:txBody>
          <a:bodyPr>
            <a:noAutofit/>
          </a:bodyPr>
          <a:lstStyle>
            <a:lvl1pPr marL="0" indent="0">
              <a:lnSpc>
                <a:spcPct val="100000"/>
              </a:lnSpc>
              <a:spcBef>
                <a:spcPts val="200"/>
              </a:spcBef>
              <a:spcAft>
                <a:spcPts val="200"/>
              </a:spcAft>
              <a:buNone/>
              <a:defRPr sz="1400">
                <a:solidFill>
                  <a:schemeClr val="tx1"/>
                </a:solidFill>
              </a:defRPr>
            </a:lvl1pPr>
            <a:lvl3pPr>
              <a:defRPr/>
            </a:lvl3pPr>
          </a:lstStyle>
          <a:p>
            <a:pPr lvl="0"/>
            <a:r>
              <a:rPr lang="en-US"/>
              <a:t>Click here to add date</a:t>
            </a:r>
            <a:endParaRPr lang="en-IN"/>
          </a:p>
        </p:txBody>
      </p:sp>
      <p:cxnSp>
        <p:nvCxnSpPr>
          <p:cNvPr id="366" name="Straight Connector 365">
            <a:extLst>
              <a:ext uri="{FF2B5EF4-FFF2-40B4-BE49-F238E27FC236}">
                <a16:creationId xmlns:a16="http://schemas.microsoft.com/office/drawing/2014/main" id="{1838EC5C-C401-2137-235B-09B57D6897B8}"/>
              </a:ext>
            </a:extLst>
          </p:cNvPr>
          <p:cNvCxnSpPr>
            <a:cxnSpLocks/>
          </p:cNvCxnSpPr>
          <p:nvPr userDrawn="1"/>
        </p:nvCxnSpPr>
        <p:spPr>
          <a:xfrm>
            <a:off x="2038350" y="941550"/>
            <a:ext cx="0" cy="67244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9" name="Picture Placeholder 368">
            <a:extLst>
              <a:ext uri="{FF2B5EF4-FFF2-40B4-BE49-F238E27FC236}">
                <a16:creationId xmlns:a16="http://schemas.microsoft.com/office/drawing/2014/main" id="{76F9D533-9F90-109C-25AD-1A94EE9078E2}"/>
              </a:ext>
            </a:extLst>
          </p:cNvPr>
          <p:cNvSpPr>
            <a:spLocks noGrp="1"/>
          </p:cNvSpPr>
          <p:nvPr userDrawn="1">
            <p:ph type="pic" sz="quarter" idx="17" hasCustomPrompt="1"/>
          </p:nvPr>
        </p:nvSpPr>
        <p:spPr>
          <a:xfrm>
            <a:off x="2632075" y="924554"/>
            <a:ext cx="1462088" cy="706438"/>
          </a:xfrm>
          <a:prstGeom prst="rect">
            <a:avLst/>
          </a:prstGeom>
        </p:spPr>
        <p:txBody>
          <a:bodyPr anchor="ctr"/>
          <a:lstStyle>
            <a:lvl1pPr marL="0" indent="0" algn="ctr">
              <a:lnSpc>
                <a:spcPct val="100000"/>
              </a:lnSpc>
              <a:spcBef>
                <a:spcPts val="0"/>
              </a:spcBef>
              <a:spcAft>
                <a:spcPts val="0"/>
              </a:spcAft>
              <a:buNone/>
              <a:defRPr/>
            </a:lvl1pPr>
          </a:lstStyle>
          <a:p>
            <a:r>
              <a:rPr lang="en-US"/>
              <a:t>Client logo placeholder</a:t>
            </a:r>
            <a:endParaRPr lang="en-IN"/>
          </a:p>
        </p:txBody>
      </p:sp>
      <p:sp>
        <p:nvSpPr>
          <p:cNvPr id="3" name="TextBox 2">
            <a:extLst>
              <a:ext uri="{FF2B5EF4-FFF2-40B4-BE49-F238E27FC236}">
                <a16:creationId xmlns:a16="http://schemas.microsoft.com/office/drawing/2014/main" id="{07628E70-22B0-AEF9-D937-C11B11185C24}"/>
              </a:ext>
            </a:extLst>
          </p:cNvPr>
          <p:cNvSpPr txBox="1"/>
          <p:nvPr userDrawn="1"/>
        </p:nvSpPr>
        <p:spPr>
          <a:xfrm>
            <a:off x="334963" y="5892671"/>
            <a:ext cx="6094562" cy="338554"/>
          </a:xfrm>
          <a:prstGeom prst="rect">
            <a:avLst/>
          </a:prstGeom>
        </p:spPr>
        <p:txBody>
          <a:bodyPr vert="horz" lIns="0" tIns="0" rIns="0" bIns="0" rtlCol="0" anchor="b">
            <a:noAutofit/>
          </a:bodyPr>
          <a:lstStyle>
            <a:lvl1pPr lvl="0" indent="0" defTabSz="914400">
              <a:lnSpc>
                <a:spcPct val="100000"/>
              </a:lnSpc>
              <a:spcBef>
                <a:spcPts val="200"/>
              </a:spcBef>
              <a:spcAft>
                <a:spcPts val="200"/>
              </a:spcAft>
              <a:buClr>
                <a:schemeClr val="bg2"/>
              </a:buClr>
              <a:buSzPct val="110000"/>
              <a:buFont typeface="Wingdings" panose="05000000000000000000" pitchFamily="2" charset="2"/>
              <a:buNone/>
              <a:defRPr lang="en-US" sz="800" dirty="0">
                <a:solidFill>
                  <a:schemeClr val="tx1">
                    <a:lumMod val="50000"/>
                    <a:lumOff val="50000"/>
                  </a:schemeClr>
                </a:solidFill>
                <a:latin typeface="+mj-lt"/>
                <a:cs typeface="Arial" panose="020B0604020202020204" pitchFamily="34" charset="0"/>
              </a:defRPr>
            </a:lvl1pPr>
            <a:lvl2pPr marL="36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2pPr>
            <a:lvl3pPr marL="54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3pPr>
            <a:lvl4pPr marL="911225"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4pPr>
            <a:lvl5pPr marL="1090613" indent="-180000" defTabSz="914400">
              <a:lnSpc>
                <a:spcPct val="100000"/>
              </a:lnSpc>
              <a:spcBef>
                <a:spcPts val="300"/>
              </a:spcBef>
              <a:spcAft>
                <a:spcPts val="300"/>
              </a:spcAft>
              <a:buClr>
                <a:schemeClr val="bg2"/>
              </a:buClr>
              <a:buSzPct val="110000"/>
              <a:buFont typeface="Wingdings" panose="05000000000000000000" pitchFamily="2" charset="2"/>
              <a:buChar char="§"/>
              <a:defRPr lang="en-IN" sz="1400" dirty="0">
                <a:latin typeface="+mj-lt"/>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r>
              <a:rPr lang="en-US"/>
              <a:t>This document is solely for the use of client personnel. No part of it may be circulated, quoted or reproduced for distribution outside of the client organization without prior written approval of ProcDNA.</a:t>
            </a:r>
          </a:p>
        </p:txBody>
      </p:sp>
      <p:sp>
        <p:nvSpPr>
          <p:cNvPr id="6" name="Graphic 41">
            <a:extLst>
              <a:ext uri="{FF2B5EF4-FFF2-40B4-BE49-F238E27FC236}">
                <a16:creationId xmlns:a16="http://schemas.microsoft.com/office/drawing/2014/main" id="{730C87EA-1B86-8379-56BB-B4361BEA41D5}"/>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a:p>
        </p:txBody>
      </p:sp>
    </p:spTree>
    <p:extLst>
      <p:ext uri="{BB962C8B-B14F-4D97-AF65-F5344CB8AC3E}">
        <p14:creationId xmlns:p14="http://schemas.microsoft.com/office/powerpoint/2010/main" val="2528836442"/>
      </p:ext>
    </p:extLst>
  </p:cSld>
  <p:clrMapOvr>
    <a:masterClrMapping/>
  </p:clrMapOvr>
  <p:extLst>
    <p:ext uri="{DCECCB84-F9BA-43D5-87BE-67443E8EF086}">
      <p15:sldGuideLst xmlns:p15="http://schemas.microsoft.com/office/powerpoint/2012/main">
        <p15:guide id="1" pos="3364">
          <p15:clr>
            <a:srgbClr val="FBAE40"/>
          </p15:clr>
        </p15:guide>
        <p15:guide id="2" orient="horz" pos="3113">
          <p15:clr>
            <a:srgbClr val="FBAE40"/>
          </p15:clr>
        </p15:guide>
        <p15:guide id="3" orient="horz" pos="2316" userDrawn="1">
          <p15:clr>
            <a:srgbClr val="FBAE40"/>
          </p15:clr>
        </p15:guide>
        <p15:guide id="4" orient="horz" pos="392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D09B-190C-4C86-A1B8-DADCDE576146}"/>
              </a:ext>
            </a:extLst>
          </p:cNvPr>
          <p:cNvSpPr>
            <a:spLocks noGrp="1"/>
          </p:cNvSpPr>
          <p:nvPr>
            <p:ph type="title" hasCustomPrompt="1"/>
          </p:nvPr>
        </p:nvSpPr>
        <p:spPr>
          <a:xfrm>
            <a:off x="334963" y="409069"/>
            <a:ext cx="11520000" cy="659636"/>
          </a:xfrm>
        </p:spPr>
        <p:txBody>
          <a:bodyPr>
            <a:noAutofit/>
          </a:bodyPr>
          <a:lstStyle>
            <a:lvl1pPr>
              <a:defRPr sz="2200" b="1" baseline="0">
                <a:solidFill>
                  <a:schemeClr val="bg2"/>
                </a:solidFill>
                <a:latin typeface="Arial" panose="020B0604020202020204" pitchFamily="34" charset="0"/>
              </a:defRPr>
            </a:lvl1pPr>
          </a:lstStyle>
          <a:p>
            <a:r>
              <a:rPr lang="en-US"/>
              <a:t>Click to add title (Arial 22 pt.)</a:t>
            </a:r>
            <a:endParaRPr lang="en-IN"/>
          </a:p>
        </p:txBody>
      </p:sp>
      <p:sp>
        <p:nvSpPr>
          <p:cNvPr id="3" name="Content Placeholder 2">
            <a:extLst>
              <a:ext uri="{FF2B5EF4-FFF2-40B4-BE49-F238E27FC236}">
                <a16:creationId xmlns:a16="http://schemas.microsoft.com/office/drawing/2014/main" id="{661DF775-74C4-4037-BDC8-8CFB6ECBC51A}"/>
              </a:ext>
            </a:extLst>
          </p:cNvPr>
          <p:cNvSpPr>
            <a:spLocks noGrp="1"/>
          </p:cNvSpPr>
          <p:nvPr>
            <p:ph idx="1" hasCustomPrompt="1"/>
          </p:nvPr>
        </p:nvSpPr>
        <p:spPr>
          <a:xfrm>
            <a:off x="334963" y="1278573"/>
            <a:ext cx="11520000" cy="5040000"/>
          </a:xfrm>
          <a:prstGeom prst="rect">
            <a:avLst/>
          </a:prstGeom>
        </p:spPr>
        <p:txBody>
          <a:bodyPr lIns="0" tIns="0" rIns="0" bIns="0">
            <a:noAutofit/>
          </a:bodyPr>
          <a:lstStyle>
            <a:lvl1pPr marL="180000" indent="-180000">
              <a:buFont typeface="Wingdings" panose="05000000000000000000" pitchFamily="2" charset="2"/>
              <a:buChar char="§"/>
              <a:defRPr sz="1600">
                <a:solidFill>
                  <a:schemeClr val="tx1"/>
                </a:solidFill>
                <a:latin typeface="+mj-lt"/>
              </a:defRPr>
            </a:lvl1pPr>
            <a:lvl2pPr marL="360000" indent="-180000">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CC6B8CDB-9E64-AE62-C884-B9D08C89ADB8}"/>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latin typeface="+mj-lt"/>
              <a:cs typeface="Arial" panose="020B0604020202020204" pitchFamily="34" charset="0"/>
            </a:endParaRPr>
          </a:p>
        </p:txBody>
      </p:sp>
      <p:sp>
        <p:nvSpPr>
          <p:cNvPr id="7" name="Slide Number Placeholder 5">
            <a:extLst>
              <a:ext uri="{FF2B5EF4-FFF2-40B4-BE49-F238E27FC236}">
                <a16:creationId xmlns:a16="http://schemas.microsoft.com/office/drawing/2014/main" id="{7328D670-F8CC-4C93-D610-035A27CB1FE5}"/>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8" name="Footer Placeholder 4">
            <a:extLst>
              <a:ext uri="{FF2B5EF4-FFF2-40B4-BE49-F238E27FC236}">
                <a16:creationId xmlns:a16="http://schemas.microsoft.com/office/drawing/2014/main" id="{6C347E85-0116-7F71-9F0F-56936D068F3F}"/>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10" name="Text Placeholder 9">
            <a:extLst>
              <a:ext uri="{FF2B5EF4-FFF2-40B4-BE49-F238E27FC236}">
                <a16:creationId xmlns:a16="http://schemas.microsoft.com/office/drawing/2014/main" id="{C121B003-96FD-236D-AF4C-23BE44F53349}"/>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5" name="Text Placeholder 13">
            <a:extLst>
              <a:ext uri="{FF2B5EF4-FFF2-40B4-BE49-F238E27FC236}">
                <a16:creationId xmlns:a16="http://schemas.microsoft.com/office/drawing/2014/main" id="{B7396244-7D0D-1754-9805-F2316C87124C}"/>
              </a:ext>
            </a:extLst>
          </p:cNvPr>
          <p:cNvSpPr>
            <a:spLocks noGrp="1"/>
          </p:cNvSpPr>
          <p:nvPr>
            <p:ph type="body" sz="quarter" idx="11"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cxnSp>
        <p:nvCxnSpPr>
          <p:cNvPr id="6" name="Straight Connector 5">
            <a:extLst>
              <a:ext uri="{FF2B5EF4-FFF2-40B4-BE49-F238E27FC236}">
                <a16:creationId xmlns:a16="http://schemas.microsoft.com/office/drawing/2014/main" id="{AD178058-6CDC-2966-3C88-D467B673159B}"/>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569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D09B-190C-4C86-A1B8-DADCDE576146}"/>
              </a:ext>
            </a:extLst>
          </p:cNvPr>
          <p:cNvSpPr>
            <a:spLocks noGrp="1"/>
          </p:cNvSpPr>
          <p:nvPr>
            <p:ph type="title" hasCustomPrompt="1"/>
          </p:nvPr>
        </p:nvSpPr>
        <p:spPr/>
        <p:txBody>
          <a:bodyPr>
            <a:noAutofit/>
          </a:bodyPr>
          <a:lstStyle>
            <a:lvl1pPr>
              <a:defRPr sz="2200" b="1" baseline="0">
                <a:solidFill>
                  <a:schemeClr val="bg2"/>
                </a:solidFill>
                <a:latin typeface="Arial" panose="020B0604020202020204" pitchFamily="34" charset="0"/>
              </a:defRPr>
            </a:lvl1pPr>
          </a:lstStyle>
          <a:p>
            <a:r>
              <a:rPr lang="en-US"/>
              <a:t>Click to add title (Arial 22 pt.)</a:t>
            </a:r>
            <a:endParaRPr lang="en-IN"/>
          </a:p>
        </p:txBody>
      </p:sp>
      <p:sp>
        <p:nvSpPr>
          <p:cNvPr id="3" name="Slide Number Placeholder 5">
            <a:extLst>
              <a:ext uri="{FF2B5EF4-FFF2-40B4-BE49-F238E27FC236}">
                <a16:creationId xmlns:a16="http://schemas.microsoft.com/office/drawing/2014/main" id="{8594FF44-E426-15E9-609E-2A4968EFBEFF}"/>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4" name="Footer Placeholder 4">
            <a:extLst>
              <a:ext uri="{FF2B5EF4-FFF2-40B4-BE49-F238E27FC236}">
                <a16:creationId xmlns:a16="http://schemas.microsoft.com/office/drawing/2014/main" id="{260138C6-F662-5BD5-5775-BE3CB2010F7E}"/>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7" name="Rectangle 6">
            <a:extLst>
              <a:ext uri="{FF2B5EF4-FFF2-40B4-BE49-F238E27FC236}">
                <a16:creationId xmlns:a16="http://schemas.microsoft.com/office/drawing/2014/main" id="{CF3CA5FE-91D3-7E48-45DA-E1BF909F3487}"/>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a:latin typeface="+mj-lt"/>
              <a:cs typeface="Arial" panose="020B0604020202020204" pitchFamily="34" charset="0"/>
            </a:endParaRPr>
          </a:p>
        </p:txBody>
      </p:sp>
      <p:cxnSp>
        <p:nvCxnSpPr>
          <p:cNvPr id="5" name="Straight Connector 4">
            <a:extLst>
              <a:ext uri="{FF2B5EF4-FFF2-40B4-BE49-F238E27FC236}">
                <a16:creationId xmlns:a16="http://schemas.microsoft.com/office/drawing/2014/main" id="{8D3F14BE-59D5-98CF-6764-FC98046F6276}"/>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645CAD0C-C87A-DFB6-5975-2CF0F575E70D}"/>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11" name="Text Placeholder 13">
            <a:extLst>
              <a:ext uri="{FF2B5EF4-FFF2-40B4-BE49-F238E27FC236}">
                <a16:creationId xmlns:a16="http://schemas.microsoft.com/office/drawing/2014/main" id="{2EACF66B-3ED2-193C-65B8-236594B35285}"/>
              </a:ext>
            </a:extLst>
          </p:cNvPr>
          <p:cNvSpPr>
            <a:spLocks noGrp="1"/>
          </p:cNvSpPr>
          <p:nvPr>
            <p:ph type="body" sz="quarter" idx="11"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3017399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A74F7-01F1-44E1-91F4-AFC8E196BF29}"/>
              </a:ext>
            </a:extLst>
          </p:cNvPr>
          <p:cNvSpPr>
            <a:spLocks noGrp="1"/>
          </p:cNvSpPr>
          <p:nvPr>
            <p:ph type="title" hasCustomPrompt="1"/>
          </p:nvPr>
        </p:nvSpPr>
        <p:spPr>
          <a:xfrm>
            <a:off x="334963" y="409069"/>
            <a:ext cx="11520000" cy="659636"/>
          </a:xfrm>
        </p:spPr>
        <p:txBody>
          <a:bodyPr>
            <a:noAutofit/>
          </a:bodyPr>
          <a:lstStyle>
            <a:lvl1pPr>
              <a:defRPr>
                <a:latin typeface="Arial" panose="020B0604020202020204" pitchFamily="34" charset="0"/>
              </a:defRPr>
            </a:lvl1pPr>
          </a:lstStyle>
          <a:p>
            <a:r>
              <a:rPr lang="en-US"/>
              <a:t>Click to add title (Arial 22 pt.)</a:t>
            </a:r>
            <a:endParaRPr lang="en-IN"/>
          </a:p>
        </p:txBody>
      </p:sp>
      <p:sp>
        <p:nvSpPr>
          <p:cNvPr id="8" name="Content Placeholder 2">
            <a:extLst>
              <a:ext uri="{FF2B5EF4-FFF2-40B4-BE49-F238E27FC236}">
                <a16:creationId xmlns:a16="http://schemas.microsoft.com/office/drawing/2014/main" id="{582832A0-B5FF-4544-4454-E2DA28BDFC73}"/>
              </a:ext>
            </a:extLst>
          </p:cNvPr>
          <p:cNvSpPr>
            <a:spLocks noGrp="1"/>
          </p:cNvSpPr>
          <p:nvPr>
            <p:ph idx="1" hasCustomPrompt="1"/>
          </p:nvPr>
        </p:nvSpPr>
        <p:spPr>
          <a:xfrm>
            <a:off x="334963" y="1278573"/>
            <a:ext cx="54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3" name="Slide Number Placeholder 5">
            <a:extLst>
              <a:ext uri="{FF2B5EF4-FFF2-40B4-BE49-F238E27FC236}">
                <a16:creationId xmlns:a16="http://schemas.microsoft.com/office/drawing/2014/main" id="{70CD2EA3-8F82-89A2-9ED0-31297A947BEB}"/>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4" name="Footer Placeholder 4">
            <a:extLst>
              <a:ext uri="{FF2B5EF4-FFF2-40B4-BE49-F238E27FC236}">
                <a16:creationId xmlns:a16="http://schemas.microsoft.com/office/drawing/2014/main" id="{A3B32232-C020-A98B-DDA3-FA6F355CF8D0}"/>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5" name="Rectangle 4">
            <a:extLst>
              <a:ext uri="{FF2B5EF4-FFF2-40B4-BE49-F238E27FC236}">
                <a16:creationId xmlns:a16="http://schemas.microsoft.com/office/drawing/2014/main" id="{50E144BE-972A-3722-E3C5-97C51A1F43D9}"/>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a:latin typeface="+mj-lt"/>
              <a:cs typeface="Arial" panose="020B0604020202020204" pitchFamily="34" charset="0"/>
            </a:endParaRPr>
          </a:p>
        </p:txBody>
      </p:sp>
      <p:sp>
        <p:nvSpPr>
          <p:cNvPr id="6" name="Text Placeholder 9">
            <a:extLst>
              <a:ext uri="{FF2B5EF4-FFF2-40B4-BE49-F238E27FC236}">
                <a16:creationId xmlns:a16="http://schemas.microsoft.com/office/drawing/2014/main" id="{2F609825-3BE6-FAF2-BDAB-6FA962003878}"/>
              </a:ext>
            </a:extLst>
          </p:cNvPr>
          <p:cNvSpPr>
            <a:spLocks noGrp="1"/>
          </p:cNvSpPr>
          <p:nvPr>
            <p:ph type="body" sz="quarter" idx="11"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7" name="Content Placeholder 2">
            <a:extLst>
              <a:ext uri="{FF2B5EF4-FFF2-40B4-BE49-F238E27FC236}">
                <a16:creationId xmlns:a16="http://schemas.microsoft.com/office/drawing/2014/main" id="{7675F76D-754C-9CDF-9784-3CBF85E2529D}"/>
              </a:ext>
            </a:extLst>
          </p:cNvPr>
          <p:cNvSpPr>
            <a:spLocks noGrp="1"/>
          </p:cNvSpPr>
          <p:nvPr>
            <p:ph idx="12" hasCustomPrompt="1"/>
          </p:nvPr>
        </p:nvSpPr>
        <p:spPr>
          <a:xfrm>
            <a:off x="6454963" y="1278573"/>
            <a:ext cx="54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7F84C475-E3B3-1C19-C611-198AC2F34DD9}"/>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3">
            <a:extLst>
              <a:ext uri="{FF2B5EF4-FFF2-40B4-BE49-F238E27FC236}">
                <a16:creationId xmlns:a16="http://schemas.microsoft.com/office/drawing/2014/main" id="{DE275358-AF03-C986-67FD-C5E6F115C91A}"/>
              </a:ext>
            </a:extLst>
          </p:cNvPr>
          <p:cNvSpPr>
            <a:spLocks noGrp="1"/>
          </p:cNvSpPr>
          <p:nvPr>
            <p:ph type="body" sz="quarter" idx="13"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245500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E24BB-C8DC-7F61-D8CB-320D417E03E0}"/>
              </a:ext>
            </a:extLst>
          </p:cNvPr>
          <p:cNvSpPr>
            <a:spLocks noGrp="1"/>
          </p:cNvSpPr>
          <p:nvPr>
            <p:ph type="title" hasCustomPrompt="1"/>
          </p:nvPr>
        </p:nvSpPr>
        <p:spPr>
          <a:xfrm>
            <a:off x="334963" y="409069"/>
            <a:ext cx="11520000" cy="659636"/>
          </a:xfrm>
        </p:spPr>
        <p:txBody>
          <a:bodyPr/>
          <a:lstStyle/>
          <a:p>
            <a:r>
              <a:rPr lang="en-US"/>
              <a:t>Click to add title (Arial 22 pt.)</a:t>
            </a:r>
            <a:endParaRPr lang="en-IN"/>
          </a:p>
        </p:txBody>
      </p:sp>
      <p:sp>
        <p:nvSpPr>
          <p:cNvPr id="9" name="Content Placeholder 2">
            <a:extLst>
              <a:ext uri="{FF2B5EF4-FFF2-40B4-BE49-F238E27FC236}">
                <a16:creationId xmlns:a16="http://schemas.microsoft.com/office/drawing/2014/main" id="{5808B686-F2CE-80F3-9E37-1F3342058C39}"/>
              </a:ext>
            </a:extLst>
          </p:cNvPr>
          <p:cNvSpPr>
            <a:spLocks noGrp="1"/>
          </p:cNvSpPr>
          <p:nvPr>
            <p:ph idx="15" hasCustomPrompt="1"/>
          </p:nvPr>
        </p:nvSpPr>
        <p:spPr>
          <a:xfrm>
            <a:off x="33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5" name="Slide Number Placeholder 5">
            <a:extLst>
              <a:ext uri="{FF2B5EF4-FFF2-40B4-BE49-F238E27FC236}">
                <a16:creationId xmlns:a16="http://schemas.microsoft.com/office/drawing/2014/main" id="{47AB8AF2-C244-0FF0-9F8E-0D9B54D35388}"/>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6" name="Footer Placeholder 4">
            <a:extLst>
              <a:ext uri="{FF2B5EF4-FFF2-40B4-BE49-F238E27FC236}">
                <a16:creationId xmlns:a16="http://schemas.microsoft.com/office/drawing/2014/main" id="{BDE84894-399B-E7E5-A842-8AE588383618}"/>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
        <p:nvSpPr>
          <p:cNvPr id="10" name="Rectangle 9">
            <a:extLst>
              <a:ext uri="{FF2B5EF4-FFF2-40B4-BE49-F238E27FC236}">
                <a16:creationId xmlns:a16="http://schemas.microsoft.com/office/drawing/2014/main" id="{A9DAECBA-94D9-1F2C-77F5-82B3E54A1E0A}"/>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a:latin typeface="+mj-lt"/>
              <a:cs typeface="Arial" panose="020B0604020202020204" pitchFamily="34" charset="0"/>
            </a:endParaRPr>
          </a:p>
        </p:txBody>
      </p:sp>
      <p:sp>
        <p:nvSpPr>
          <p:cNvPr id="11" name="Text Placeholder 9">
            <a:extLst>
              <a:ext uri="{FF2B5EF4-FFF2-40B4-BE49-F238E27FC236}">
                <a16:creationId xmlns:a16="http://schemas.microsoft.com/office/drawing/2014/main" id="{3AB9D52A-07A3-E53A-C7BB-931287E74929}"/>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12" name="Content Placeholder 2">
            <a:extLst>
              <a:ext uri="{FF2B5EF4-FFF2-40B4-BE49-F238E27FC236}">
                <a16:creationId xmlns:a16="http://schemas.microsoft.com/office/drawing/2014/main" id="{DB36DE45-3DB7-15DB-1D3A-5E9657C72E0D}"/>
              </a:ext>
            </a:extLst>
          </p:cNvPr>
          <p:cNvSpPr>
            <a:spLocks noGrp="1"/>
          </p:cNvSpPr>
          <p:nvPr>
            <p:ph idx="16" hasCustomPrompt="1"/>
          </p:nvPr>
        </p:nvSpPr>
        <p:spPr>
          <a:xfrm>
            <a:off x="429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13" name="Content Placeholder 2">
            <a:extLst>
              <a:ext uri="{FF2B5EF4-FFF2-40B4-BE49-F238E27FC236}">
                <a16:creationId xmlns:a16="http://schemas.microsoft.com/office/drawing/2014/main" id="{1636B718-8569-2F66-3C8A-800B2716ED4F}"/>
              </a:ext>
            </a:extLst>
          </p:cNvPr>
          <p:cNvSpPr>
            <a:spLocks noGrp="1"/>
          </p:cNvSpPr>
          <p:nvPr>
            <p:ph idx="17" hasCustomPrompt="1"/>
          </p:nvPr>
        </p:nvSpPr>
        <p:spPr>
          <a:xfrm>
            <a:off x="825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84A4A702-512D-D4D6-9233-7B80D3232AB9}"/>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13">
            <a:extLst>
              <a:ext uri="{FF2B5EF4-FFF2-40B4-BE49-F238E27FC236}">
                <a16:creationId xmlns:a16="http://schemas.microsoft.com/office/drawing/2014/main" id="{E10282FC-399E-A01F-5E21-25196946F52F}"/>
              </a:ext>
            </a:extLst>
          </p:cNvPr>
          <p:cNvSpPr>
            <a:spLocks noGrp="1"/>
          </p:cNvSpPr>
          <p:nvPr>
            <p:ph type="body" sz="quarter" idx="13"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2504758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H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B56BC84-DFE8-4869-AA81-C60C19D83C77}"/>
              </a:ext>
            </a:extLst>
          </p:cNvPr>
          <p:cNvSpPr>
            <a:spLocks noGrp="1"/>
          </p:cNvSpPr>
          <p:nvPr>
            <p:ph type="ftr" sz="quarter" idx="11"/>
          </p:nvPr>
        </p:nvSpPr>
        <p:spPr/>
        <p:txBody>
          <a:bodyPr/>
          <a:lstStyle>
            <a:lvl1pPr>
              <a:defRPr/>
            </a:lvl1pPr>
          </a:lstStyle>
          <a:p>
            <a:r>
              <a:rPr lang="en-IN"/>
              <a:t>© 2026 ProcDNA</a:t>
            </a:r>
          </a:p>
        </p:txBody>
      </p:sp>
      <p:sp>
        <p:nvSpPr>
          <p:cNvPr id="6" name="Slide Number Placeholder 5">
            <a:extLst>
              <a:ext uri="{FF2B5EF4-FFF2-40B4-BE49-F238E27FC236}">
                <a16:creationId xmlns:a16="http://schemas.microsoft.com/office/drawing/2014/main" id="{27E869B5-9ED4-4457-A7CD-B91727365F9C}"/>
              </a:ext>
            </a:extLst>
          </p:cNvPr>
          <p:cNvSpPr>
            <a:spLocks noGrp="1"/>
          </p:cNvSpPr>
          <p:nvPr>
            <p:ph type="sldNum" sz="quarter" idx="12"/>
          </p:nvPr>
        </p:nvSpPr>
        <p:spPr/>
        <p:txBody>
          <a:bodyPr/>
          <a:lstStyle>
            <a:lvl1pPr>
              <a:defRPr>
                <a:latin typeface="Arial" panose="020B0604020202020204" pitchFamily="34" charset="0"/>
              </a:defRPr>
            </a:lvl1pPr>
          </a:lstStyle>
          <a:p>
            <a:fld id="{611B2C2B-439E-457D-A75F-A794D509B660}" type="slidenum">
              <a:rPr lang="en-IN" smtClean="0"/>
              <a:pPr/>
              <a:t>‹#›</a:t>
            </a:fld>
            <a:endParaRPr lang="en-IN"/>
          </a:p>
        </p:txBody>
      </p:sp>
      <p:sp>
        <p:nvSpPr>
          <p:cNvPr id="4" name="Rectangle 3">
            <a:extLst>
              <a:ext uri="{FF2B5EF4-FFF2-40B4-BE49-F238E27FC236}">
                <a16:creationId xmlns:a16="http://schemas.microsoft.com/office/drawing/2014/main" id="{1046E007-E46C-8CAA-DCBD-8E0C703C8EED}"/>
              </a:ext>
            </a:extLst>
          </p:cNvPr>
          <p:cNvSpPr/>
          <p:nvPr userDrawn="1"/>
        </p:nvSpPr>
        <p:spPr>
          <a:xfrm>
            <a:off x="0" y="0"/>
            <a:ext cx="360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F4ECD09B-190C-4C86-A1B8-DADCDE576146}"/>
              </a:ext>
            </a:extLst>
          </p:cNvPr>
          <p:cNvSpPr>
            <a:spLocks noGrp="1"/>
          </p:cNvSpPr>
          <p:nvPr>
            <p:ph type="title"/>
          </p:nvPr>
        </p:nvSpPr>
        <p:spPr>
          <a:xfrm>
            <a:off x="334963" y="409068"/>
            <a:ext cx="2900606" cy="6119847"/>
          </a:xfrm>
        </p:spPr>
        <p:txBody>
          <a:bodyPr anchor="ctr">
            <a:noAutofit/>
          </a:bodyPr>
          <a:lstStyle>
            <a:lvl1pPr>
              <a:defRPr sz="2200" b="1" baseline="0">
                <a:solidFill>
                  <a:schemeClr val="bg1"/>
                </a:solidFill>
                <a:latin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844239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H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7E869B5-9ED4-4457-A7CD-B91727365F9C}"/>
              </a:ext>
            </a:extLst>
          </p:cNvPr>
          <p:cNvSpPr>
            <a:spLocks noGrp="1"/>
          </p:cNvSpPr>
          <p:nvPr>
            <p:ph type="sldNum" sz="quarter" idx="12"/>
          </p:nvPr>
        </p:nvSpPr>
        <p:spPr/>
        <p:txBody>
          <a:bodyPr/>
          <a:lstStyle>
            <a:lvl1pPr>
              <a:defRPr>
                <a:latin typeface="Arial" panose="020B0604020202020204" pitchFamily="34" charset="0"/>
              </a:defRPr>
            </a:lvl1pPr>
          </a:lstStyle>
          <a:p>
            <a:fld id="{611B2C2B-439E-457D-A75F-A794D509B660}" type="slidenum">
              <a:rPr lang="en-IN" smtClean="0"/>
              <a:pPr/>
              <a:t>‹#›</a:t>
            </a:fld>
            <a:endParaRPr lang="en-IN"/>
          </a:p>
        </p:txBody>
      </p:sp>
      <p:sp>
        <p:nvSpPr>
          <p:cNvPr id="3" name="Rectangle 2">
            <a:extLst>
              <a:ext uri="{FF2B5EF4-FFF2-40B4-BE49-F238E27FC236}">
                <a16:creationId xmlns:a16="http://schemas.microsoft.com/office/drawing/2014/main" id="{41EF577A-ECD7-5D76-C374-84D4141E84EB}"/>
              </a:ext>
            </a:extLst>
          </p:cNvPr>
          <p:cNvSpPr/>
          <p:nvPr userDrawn="1"/>
        </p:nvSpPr>
        <p:spPr>
          <a:xfrm>
            <a:off x="8592000" y="0"/>
            <a:ext cx="360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B56BC84-DFE8-4869-AA81-C60C19D83C77}"/>
              </a:ext>
            </a:extLst>
          </p:cNvPr>
          <p:cNvSpPr>
            <a:spLocks noGrp="1"/>
          </p:cNvSpPr>
          <p:nvPr>
            <p:ph type="ftr" sz="quarter" idx="11"/>
          </p:nvPr>
        </p:nvSpPr>
        <p:spPr/>
        <p:txBody>
          <a:bodyPr/>
          <a:lstStyle>
            <a:lvl1pPr>
              <a:defRPr/>
            </a:lvl1pPr>
          </a:lstStyle>
          <a:p>
            <a:r>
              <a:rPr lang="en-IN"/>
              <a:t>© 2026 ProcDNA</a:t>
            </a:r>
          </a:p>
        </p:txBody>
      </p:sp>
      <p:sp>
        <p:nvSpPr>
          <p:cNvPr id="2" name="Title 1">
            <a:extLst>
              <a:ext uri="{FF2B5EF4-FFF2-40B4-BE49-F238E27FC236}">
                <a16:creationId xmlns:a16="http://schemas.microsoft.com/office/drawing/2014/main" id="{F4ECD09B-190C-4C86-A1B8-DADCDE576146}"/>
              </a:ext>
            </a:extLst>
          </p:cNvPr>
          <p:cNvSpPr>
            <a:spLocks noGrp="1"/>
          </p:cNvSpPr>
          <p:nvPr>
            <p:ph type="title"/>
          </p:nvPr>
        </p:nvSpPr>
        <p:spPr>
          <a:xfrm>
            <a:off x="8941778" y="409068"/>
            <a:ext cx="2915260" cy="6119847"/>
          </a:xfrm>
        </p:spPr>
        <p:txBody>
          <a:bodyPr anchor="ctr">
            <a:noAutofit/>
          </a:bodyPr>
          <a:lstStyle>
            <a:lvl1pPr algn="r">
              <a:defRPr sz="2200" b="1" baseline="0">
                <a:solidFill>
                  <a:schemeClr val="bg1"/>
                </a:solidFill>
                <a:latin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2805346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divider">
    <p:bg>
      <p:bgPr>
        <a:gradFill>
          <a:gsLst>
            <a:gs pos="100000">
              <a:srgbClr val="007ECC"/>
            </a:gs>
            <a:gs pos="0">
              <a:schemeClr val="bg2"/>
            </a:gs>
            <a:gs pos="56000">
              <a:schemeClr val="tx2"/>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76D7-1D86-46D2-AFFE-C7AFB6620E81}"/>
              </a:ext>
            </a:extLst>
          </p:cNvPr>
          <p:cNvSpPr>
            <a:spLocks noGrp="1"/>
          </p:cNvSpPr>
          <p:nvPr>
            <p:ph type="title" hasCustomPrompt="1"/>
          </p:nvPr>
        </p:nvSpPr>
        <p:spPr>
          <a:xfrm>
            <a:off x="349788" y="2030414"/>
            <a:ext cx="7961091" cy="2163940"/>
          </a:xfrm>
        </p:spPr>
        <p:txBody>
          <a:bodyPr anchor="b">
            <a:noAutofit/>
          </a:bodyPr>
          <a:lstStyle>
            <a:lvl1pPr>
              <a:defRPr sz="3600">
                <a:solidFill>
                  <a:schemeClr val="bg1"/>
                </a:solidFill>
                <a:latin typeface="Arial" panose="020B0604020202020204" pitchFamily="34" charset="0"/>
              </a:defRPr>
            </a:lvl1pPr>
          </a:lstStyle>
          <a:p>
            <a:r>
              <a:rPr lang="en-US"/>
              <a:t>Click to here to add section divider</a:t>
            </a:r>
            <a:br>
              <a:rPr lang="en-US"/>
            </a:br>
            <a:r>
              <a:rPr lang="en-US"/>
              <a:t>(Arial 36 pt.)</a:t>
            </a:r>
            <a:endParaRPr lang="en-IN"/>
          </a:p>
        </p:txBody>
      </p:sp>
      <p:sp>
        <p:nvSpPr>
          <p:cNvPr id="3" name="Text Placeholder 2">
            <a:extLst>
              <a:ext uri="{FF2B5EF4-FFF2-40B4-BE49-F238E27FC236}">
                <a16:creationId xmlns:a16="http://schemas.microsoft.com/office/drawing/2014/main" id="{E876E24E-DFC3-4D91-95AD-D97538199D83}"/>
              </a:ext>
            </a:extLst>
          </p:cNvPr>
          <p:cNvSpPr>
            <a:spLocks noGrp="1"/>
          </p:cNvSpPr>
          <p:nvPr>
            <p:ph type="body" idx="1" hasCustomPrompt="1"/>
          </p:nvPr>
        </p:nvSpPr>
        <p:spPr>
          <a:xfrm>
            <a:off x="349789" y="4327768"/>
            <a:ext cx="7961090" cy="567729"/>
          </a:xfrm>
          <a:prstGeom prst="rect">
            <a:avLst/>
          </a:prstGeom>
        </p:spPr>
        <p:txBody>
          <a:bodyPr>
            <a:noAutofit/>
          </a:bodyPr>
          <a:lstStyle>
            <a:lvl1pPr marL="0" indent="0">
              <a:buNone/>
              <a:defRPr sz="140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here to add subtitle</a:t>
            </a:r>
          </a:p>
        </p:txBody>
      </p:sp>
    </p:spTree>
    <p:extLst>
      <p:ext uri="{BB962C8B-B14F-4D97-AF65-F5344CB8AC3E}">
        <p14:creationId xmlns:p14="http://schemas.microsoft.com/office/powerpoint/2010/main" val="272708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3BC1060-740B-4322-D3A4-B1B8970241DA}"/>
              </a:ext>
            </a:extLst>
          </p:cNvPr>
          <p:cNvSpPr>
            <a:spLocks noGrp="1"/>
          </p:cNvSpPr>
          <p:nvPr>
            <p:ph type="title" hasCustomPrompt="1"/>
          </p:nvPr>
        </p:nvSpPr>
        <p:spPr>
          <a:xfrm>
            <a:off x="349789" y="2030414"/>
            <a:ext cx="7033612" cy="2163940"/>
          </a:xfrm>
        </p:spPr>
        <p:txBody>
          <a:bodyPr/>
          <a:lstStyle>
            <a:lvl1pPr>
              <a:defRPr sz="3600"/>
            </a:lvl1pPr>
          </a:lstStyle>
          <a:p>
            <a:r>
              <a:rPr lang="en-IN"/>
              <a:t>Click here to add thank you note</a:t>
            </a:r>
          </a:p>
        </p:txBody>
      </p:sp>
      <p:sp>
        <p:nvSpPr>
          <p:cNvPr id="4" name="Text Placeholder 135">
            <a:extLst>
              <a:ext uri="{FF2B5EF4-FFF2-40B4-BE49-F238E27FC236}">
                <a16:creationId xmlns:a16="http://schemas.microsoft.com/office/drawing/2014/main" id="{72EF8C59-CDD1-76AA-31AC-2F68904A12E4}"/>
              </a:ext>
            </a:extLst>
          </p:cNvPr>
          <p:cNvSpPr txBox="1">
            <a:spLocks/>
          </p:cNvSpPr>
          <p:nvPr userDrawn="1"/>
        </p:nvSpPr>
        <p:spPr>
          <a:xfrm>
            <a:off x="334963" y="5428440"/>
            <a:ext cx="7458075" cy="315913"/>
          </a:xfrm>
          <a:prstGeom prst="rect">
            <a:avLst/>
          </a:prstGeom>
        </p:spPr>
        <p:txBody>
          <a:bodyPr lIns="0" tIns="0" rIns="0" bIns="0"/>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rPr>
              <a:t>This document is solely for the use of client personnel. No part of it may be circulated, quoted or reproduced for</a:t>
            </a:r>
          </a:p>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rPr>
              <a:t>distribution outside of the client organization without prior written approval of ProcDNA.</a:t>
            </a:r>
          </a:p>
        </p:txBody>
      </p:sp>
      <p:grpSp>
        <p:nvGrpSpPr>
          <p:cNvPr id="5" name="Group 4">
            <a:extLst>
              <a:ext uri="{FF2B5EF4-FFF2-40B4-BE49-F238E27FC236}">
                <a16:creationId xmlns:a16="http://schemas.microsoft.com/office/drawing/2014/main" id="{951B5D7D-7EAE-9B26-E60D-B86339F8E916}"/>
              </a:ext>
            </a:extLst>
          </p:cNvPr>
          <p:cNvGrpSpPr/>
          <p:nvPr userDrawn="1"/>
        </p:nvGrpSpPr>
        <p:grpSpPr>
          <a:xfrm>
            <a:off x="349789" y="5989115"/>
            <a:ext cx="1919892" cy="191209"/>
            <a:chOff x="349789" y="5956200"/>
            <a:chExt cx="1919892" cy="191209"/>
          </a:xfrm>
        </p:grpSpPr>
        <p:pic>
          <p:nvPicPr>
            <p:cNvPr id="6" name="Picture 2">
              <a:hlinkClick r:id="rId2"/>
              <a:extLst>
                <a:ext uri="{FF2B5EF4-FFF2-40B4-BE49-F238E27FC236}">
                  <a16:creationId xmlns:a16="http://schemas.microsoft.com/office/drawing/2014/main" id="{0BD45906-A867-1F93-7AEA-CCCA8AB35F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9789" y="5956200"/>
              <a:ext cx="704311" cy="191209"/>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135">
              <a:extLst>
                <a:ext uri="{FF2B5EF4-FFF2-40B4-BE49-F238E27FC236}">
                  <a16:creationId xmlns:a16="http://schemas.microsoft.com/office/drawing/2014/main" id="{F0E6442C-9829-738E-C307-BBB3BAE2BEBA}"/>
                </a:ext>
              </a:extLst>
            </p:cNvPr>
            <p:cNvSpPr txBox="1">
              <a:spLocks/>
            </p:cNvSpPr>
            <p:nvPr/>
          </p:nvSpPr>
          <p:spPr>
            <a:xfrm>
              <a:off x="1228023" y="5970747"/>
              <a:ext cx="1041658" cy="162114"/>
            </a:xfrm>
            <a:prstGeom prst="rect">
              <a:avLst/>
            </a:prstGeom>
          </p:spPr>
          <p:txBody>
            <a:bodyPr lIns="0" tIns="0" rIns="0" bIns="0" anchor="ctr"/>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hlinkClick r:id="rId4"/>
                </a:rPr>
                <a:t>www.procdna.com</a:t>
              </a:r>
              <a:r>
                <a:rPr lang="en-US" sz="1000">
                  <a:solidFill>
                    <a:schemeClr val="tx1">
                      <a:lumMod val="50000"/>
                      <a:lumOff val="50000"/>
                    </a:schemeClr>
                  </a:solidFill>
                  <a:latin typeface="Arial" panose="020B0604020202020204" pitchFamily="34" charset="0"/>
                </a:rPr>
                <a:t> </a:t>
              </a:r>
            </a:p>
          </p:txBody>
        </p:sp>
      </p:grpSp>
      <p:sp>
        <p:nvSpPr>
          <p:cNvPr id="8" name="Text Placeholder 135">
            <a:extLst>
              <a:ext uri="{FF2B5EF4-FFF2-40B4-BE49-F238E27FC236}">
                <a16:creationId xmlns:a16="http://schemas.microsoft.com/office/drawing/2014/main" id="{0B08FFC8-25D5-D0C9-0DC6-9E263454038A}"/>
              </a:ext>
            </a:extLst>
          </p:cNvPr>
          <p:cNvSpPr txBox="1">
            <a:spLocks/>
          </p:cNvSpPr>
          <p:nvPr userDrawn="1"/>
        </p:nvSpPr>
        <p:spPr>
          <a:xfrm>
            <a:off x="349787" y="6323487"/>
            <a:ext cx="6515388" cy="315913"/>
          </a:xfrm>
          <a:prstGeom prst="rect">
            <a:avLst/>
          </a:prstGeom>
        </p:spPr>
        <p:txBody>
          <a:bodyPr lIns="0" tIns="0" rIns="0" bIns="0" anchor="ctr"/>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a:solidFill>
                  <a:schemeClr val="tx1">
                    <a:lumMod val="50000"/>
                    <a:lumOff val="50000"/>
                  </a:schemeClr>
                </a:solidFill>
                <a:latin typeface="Arial" panose="020B0604020202020204" pitchFamily="34" charset="0"/>
              </a:rPr>
              <a:t>South San Francisco  |  San Diego  |  Boston   |   New Jersey   |   Princeton   |  Chicago   |   Delhi   |   Pune</a:t>
            </a:r>
          </a:p>
        </p:txBody>
      </p:sp>
      <p:grpSp>
        <p:nvGrpSpPr>
          <p:cNvPr id="331" name="Group 330">
            <a:extLst>
              <a:ext uri="{FF2B5EF4-FFF2-40B4-BE49-F238E27FC236}">
                <a16:creationId xmlns:a16="http://schemas.microsoft.com/office/drawing/2014/main" id="{551679E5-383F-13AF-7657-AC652D47F350}"/>
              </a:ext>
            </a:extLst>
          </p:cNvPr>
          <p:cNvGrpSpPr/>
          <p:nvPr userDrawn="1"/>
        </p:nvGrpSpPr>
        <p:grpSpPr>
          <a:xfrm>
            <a:off x="7096634" y="0"/>
            <a:ext cx="4993766" cy="6858000"/>
            <a:chOff x="6968490" y="0"/>
            <a:chExt cx="4993766" cy="6858000"/>
          </a:xfrm>
        </p:grpSpPr>
        <p:grpSp>
          <p:nvGrpSpPr>
            <p:cNvPr id="332" name="Graphic 4">
              <a:extLst>
                <a:ext uri="{FF2B5EF4-FFF2-40B4-BE49-F238E27FC236}">
                  <a16:creationId xmlns:a16="http://schemas.microsoft.com/office/drawing/2014/main" id="{E11EBEE3-5BAA-D34F-13F7-1A75359B3434}"/>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334" name="Freeform: Shape 333">
                <a:extLst>
                  <a:ext uri="{FF2B5EF4-FFF2-40B4-BE49-F238E27FC236}">
                    <a16:creationId xmlns:a16="http://schemas.microsoft.com/office/drawing/2014/main" id="{FC2CCFDF-5554-4650-1759-61C0C39FD5AF}"/>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5" name="Freeform: Shape 334">
                <a:extLst>
                  <a:ext uri="{FF2B5EF4-FFF2-40B4-BE49-F238E27FC236}">
                    <a16:creationId xmlns:a16="http://schemas.microsoft.com/office/drawing/2014/main" id="{ADBCC815-718E-DBBB-61A3-E141A8513DC7}"/>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6" name="Freeform: Shape 335">
                <a:extLst>
                  <a:ext uri="{FF2B5EF4-FFF2-40B4-BE49-F238E27FC236}">
                    <a16:creationId xmlns:a16="http://schemas.microsoft.com/office/drawing/2014/main" id="{35E7335F-3482-0653-6B95-3852969CDC70}"/>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7" name="Freeform: Shape 336">
                <a:extLst>
                  <a:ext uri="{FF2B5EF4-FFF2-40B4-BE49-F238E27FC236}">
                    <a16:creationId xmlns:a16="http://schemas.microsoft.com/office/drawing/2014/main" id="{93F85DBE-6A5A-AF44-8A4F-2D8B2AB53E9E}"/>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8" name="Freeform: Shape 337">
                <a:extLst>
                  <a:ext uri="{FF2B5EF4-FFF2-40B4-BE49-F238E27FC236}">
                    <a16:creationId xmlns:a16="http://schemas.microsoft.com/office/drawing/2014/main" id="{3B23F5CC-90D0-524A-24C3-8667AF8318E7}"/>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39" name="Freeform: Shape 338">
                <a:extLst>
                  <a:ext uri="{FF2B5EF4-FFF2-40B4-BE49-F238E27FC236}">
                    <a16:creationId xmlns:a16="http://schemas.microsoft.com/office/drawing/2014/main" id="{C901A6C1-DE31-7BEE-526C-AC4F2AFD1638}"/>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0" name="Freeform: Shape 339">
                <a:extLst>
                  <a:ext uri="{FF2B5EF4-FFF2-40B4-BE49-F238E27FC236}">
                    <a16:creationId xmlns:a16="http://schemas.microsoft.com/office/drawing/2014/main" id="{5E90179D-8A5D-0857-89BA-1D7F8E03BA8E}"/>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1" name="Freeform: Shape 340">
                <a:extLst>
                  <a:ext uri="{FF2B5EF4-FFF2-40B4-BE49-F238E27FC236}">
                    <a16:creationId xmlns:a16="http://schemas.microsoft.com/office/drawing/2014/main" id="{FB3DE42D-025E-F1AC-9CFB-7436C6C3CE19}"/>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2" name="Freeform: Shape 341">
                <a:extLst>
                  <a:ext uri="{FF2B5EF4-FFF2-40B4-BE49-F238E27FC236}">
                    <a16:creationId xmlns:a16="http://schemas.microsoft.com/office/drawing/2014/main" id="{3F4DBE13-EFD7-0481-75FD-687E9959552A}"/>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3" name="Freeform: Shape 342">
                <a:extLst>
                  <a:ext uri="{FF2B5EF4-FFF2-40B4-BE49-F238E27FC236}">
                    <a16:creationId xmlns:a16="http://schemas.microsoft.com/office/drawing/2014/main" id="{DCA4B76D-D2E7-2FEC-899A-6EF9E509DE6D}"/>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4" name="Freeform: Shape 343">
                <a:extLst>
                  <a:ext uri="{FF2B5EF4-FFF2-40B4-BE49-F238E27FC236}">
                    <a16:creationId xmlns:a16="http://schemas.microsoft.com/office/drawing/2014/main" id="{33FD11B0-D3D9-3A5F-2E05-0C1B8BDB3095}"/>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5" name="Freeform: Shape 344">
                <a:extLst>
                  <a:ext uri="{FF2B5EF4-FFF2-40B4-BE49-F238E27FC236}">
                    <a16:creationId xmlns:a16="http://schemas.microsoft.com/office/drawing/2014/main" id="{C6D15619-5F1D-7B52-992D-903BB10B0A0C}"/>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6" name="Freeform: Shape 345">
                <a:extLst>
                  <a:ext uri="{FF2B5EF4-FFF2-40B4-BE49-F238E27FC236}">
                    <a16:creationId xmlns:a16="http://schemas.microsoft.com/office/drawing/2014/main" id="{BB17E85F-D237-01A9-0926-EC41C67BB3C8}"/>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7" name="Freeform: Shape 346">
                <a:extLst>
                  <a:ext uri="{FF2B5EF4-FFF2-40B4-BE49-F238E27FC236}">
                    <a16:creationId xmlns:a16="http://schemas.microsoft.com/office/drawing/2014/main" id="{4F08497D-36EE-29C4-2DA4-940E4DBD9D60}"/>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8" name="Freeform: Shape 347">
                <a:extLst>
                  <a:ext uri="{FF2B5EF4-FFF2-40B4-BE49-F238E27FC236}">
                    <a16:creationId xmlns:a16="http://schemas.microsoft.com/office/drawing/2014/main" id="{29843FCF-2ACA-0D79-D872-18DAF6C613E3}"/>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49" name="Freeform: Shape 348">
                <a:extLst>
                  <a:ext uri="{FF2B5EF4-FFF2-40B4-BE49-F238E27FC236}">
                    <a16:creationId xmlns:a16="http://schemas.microsoft.com/office/drawing/2014/main" id="{A2BF5471-F20B-B602-6F95-5C040F1C0793}"/>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0" name="Freeform: Shape 349">
                <a:extLst>
                  <a:ext uri="{FF2B5EF4-FFF2-40B4-BE49-F238E27FC236}">
                    <a16:creationId xmlns:a16="http://schemas.microsoft.com/office/drawing/2014/main" id="{888FE017-7627-A530-7B60-3E5987DF6EED}"/>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1" name="Freeform: Shape 350">
                <a:extLst>
                  <a:ext uri="{FF2B5EF4-FFF2-40B4-BE49-F238E27FC236}">
                    <a16:creationId xmlns:a16="http://schemas.microsoft.com/office/drawing/2014/main" id="{7B3EF093-72EA-C05B-551A-F4D55AB2929F}"/>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2" name="Freeform: Shape 351">
                <a:extLst>
                  <a:ext uri="{FF2B5EF4-FFF2-40B4-BE49-F238E27FC236}">
                    <a16:creationId xmlns:a16="http://schemas.microsoft.com/office/drawing/2014/main" id="{81E179E1-62EA-F605-5B68-3FB24E2BBDF9}"/>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3" name="Freeform: Shape 352">
                <a:extLst>
                  <a:ext uri="{FF2B5EF4-FFF2-40B4-BE49-F238E27FC236}">
                    <a16:creationId xmlns:a16="http://schemas.microsoft.com/office/drawing/2014/main" id="{B5315BF1-3DDB-5B68-EE81-27C59D0CBC6E}"/>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4" name="Freeform: Shape 353">
                <a:extLst>
                  <a:ext uri="{FF2B5EF4-FFF2-40B4-BE49-F238E27FC236}">
                    <a16:creationId xmlns:a16="http://schemas.microsoft.com/office/drawing/2014/main" id="{08BB4822-748B-C40C-CFF3-4F6EC669DC17}"/>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5" name="Freeform: Shape 354">
                <a:extLst>
                  <a:ext uri="{FF2B5EF4-FFF2-40B4-BE49-F238E27FC236}">
                    <a16:creationId xmlns:a16="http://schemas.microsoft.com/office/drawing/2014/main" id="{94E66ACF-FC21-7A15-9236-B57B9614812A}"/>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6" name="Freeform: Shape 355">
                <a:extLst>
                  <a:ext uri="{FF2B5EF4-FFF2-40B4-BE49-F238E27FC236}">
                    <a16:creationId xmlns:a16="http://schemas.microsoft.com/office/drawing/2014/main" id="{541074D9-2708-537D-6596-C8E53911DC5C}"/>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7" name="Freeform: Shape 356">
                <a:extLst>
                  <a:ext uri="{FF2B5EF4-FFF2-40B4-BE49-F238E27FC236}">
                    <a16:creationId xmlns:a16="http://schemas.microsoft.com/office/drawing/2014/main" id="{76C29F2B-3DC2-B281-C7A1-2D5973F14DA0}"/>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8" name="Freeform: Shape 357">
                <a:extLst>
                  <a:ext uri="{FF2B5EF4-FFF2-40B4-BE49-F238E27FC236}">
                    <a16:creationId xmlns:a16="http://schemas.microsoft.com/office/drawing/2014/main" id="{78A140A8-B064-A782-CA93-9B27E823BAF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59" name="Freeform: Shape 358">
                <a:extLst>
                  <a:ext uri="{FF2B5EF4-FFF2-40B4-BE49-F238E27FC236}">
                    <a16:creationId xmlns:a16="http://schemas.microsoft.com/office/drawing/2014/main" id="{D0D20C23-5874-9D3A-18DE-5E1011F02097}"/>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0" name="Freeform: Shape 359">
                <a:extLst>
                  <a:ext uri="{FF2B5EF4-FFF2-40B4-BE49-F238E27FC236}">
                    <a16:creationId xmlns:a16="http://schemas.microsoft.com/office/drawing/2014/main" id="{CAED98AE-1817-4617-7679-8D14702397A8}"/>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1" name="Freeform: Shape 360">
                <a:extLst>
                  <a:ext uri="{FF2B5EF4-FFF2-40B4-BE49-F238E27FC236}">
                    <a16:creationId xmlns:a16="http://schemas.microsoft.com/office/drawing/2014/main" id="{3D2E1524-9AB1-E208-00B0-48B2AB5C398F}"/>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2" name="Freeform: Shape 361">
                <a:extLst>
                  <a:ext uri="{FF2B5EF4-FFF2-40B4-BE49-F238E27FC236}">
                    <a16:creationId xmlns:a16="http://schemas.microsoft.com/office/drawing/2014/main" id="{A90A16AA-03FD-66B8-24F2-D4DC29B494B7}"/>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3" name="Freeform: Shape 362">
                <a:extLst>
                  <a:ext uri="{FF2B5EF4-FFF2-40B4-BE49-F238E27FC236}">
                    <a16:creationId xmlns:a16="http://schemas.microsoft.com/office/drawing/2014/main" id="{EEBC5ACF-88F3-AFC3-F525-AA77B85E7F36}"/>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4" name="Freeform: Shape 363">
                <a:extLst>
                  <a:ext uri="{FF2B5EF4-FFF2-40B4-BE49-F238E27FC236}">
                    <a16:creationId xmlns:a16="http://schemas.microsoft.com/office/drawing/2014/main" id="{55F06B46-361A-50C6-421F-6FE3433AADE1}"/>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5" name="Freeform: Shape 364">
                <a:extLst>
                  <a:ext uri="{FF2B5EF4-FFF2-40B4-BE49-F238E27FC236}">
                    <a16:creationId xmlns:a16="http://schemas.microsoft.com/office/drawing/2014/main" id="{92B3B151-9B02-74AC-D34F-3891612A3118}"/>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6" name="Freeform: Shape 365">
                <a:extLst>
                  <a:ext uri="{FF2B5EF4-FFF2-40B4-BE49-F238E27FC236}">
                    <a16:creationId xmlns:a16="http://schemas.microsoft.com/office/drawing/2014/main" id="{14203E75-7C2E-E4E8-73FF-931EAF63113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7" name="Freeform: Shape 366">
                <a:extLst>
                  <a:ext uri="{FF2B5EF4-FFF2-40B4-BE49-F238E27FC236}">
                    <a16:creationId xmlns:a16="http://schemas.microsoft.com/office/drawing/2014/main" id="{0099DEE1-1440-0B87-BC09-0E5C037C7C68}"/>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8" name="Freeform: Shape 367">
                <a:extLst>
                  <a:ext uri="{FF2B5EF4-FFF2-40B4-BE49-F238E27FC236}">
                    <a16:creationId xmlns:a16="http://schemas.microsoft.com/office/drawing/2014/main" id="{5BDECC97-798B-4AFC-DDD1-07FAE67A0646}"/>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69" name="Freeform: Shape 368">
                <a:extLst>
                  <a:ext uri="{FF2B5EF4-FFF2-40B4-BE49-F238E27FC236}">
                    <a16:creationId xmlns:a16="http://schemas.microsoft.com/office/drawing/2014/main" id="{025CD88A-3376-6153-FD6A-A0A3E945202E}"/>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0" name="Freeform: Shape 369">
                <a:extLst>
                  <a:ext uri="{FF2B5EF4-FFF2-40B4-BE49-F238E27FC236}">
                    <a16:creationId xmlns:a16="http://schemas.microsoft.com/office/drawing/2014/main" id="{05E1CCA3-AAF1-ED0E-A7B8-62A4361AD417}"/>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1" name="Freeform: Shape 370">
                <a:extLst>
                  <a:ext uri="{FF2B5EF4-FFF2-40B4-BE49-F238E27FC236}">
                    <a16:creationId xmlns:a16="http://schemas.microsoft.com/office/drawing/2014/main" id="{02DAA2F2-2551-77F7-9A38-D0D2C2C6DD5A}"/>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2" name="Freeform: Shape 371">
                <a:extLst>
                  <a:ext uri="{FF2B5EF4-FFF2-40B4-BE49-F238E27FC236}">
                    <a16:creationId xmlns:a16="http://schemas.microsoft.com/office/drawing/2014/main" id="{3FA4CDB0-11F7-AE22-EFC0-0719220B0E0A}"/>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3" name="Freeform: Shape 372">
                <a:extLst>
                  <a:ext uri="{FF2B5EF4-FFF2-40B4-BE49-F238E27FC236}">
                    <a16:creationId xmlns:a16="http://schemas.microsoft.com/office/drawing/2014/main" id="{B4715799-8786-FF65-6C31-A4C868528F90}"/>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4" name="Freeform: Shape 373">
                <a:extLst>
                  <a:ext uri="{FF2B5EF4-FFF2-40B4-BE49-F238E27FC236}">
                    <a16:creationId xmlns:a16="http://schemas.microsoft.com/office/drawing/2014/main" id="{890121C3-B723-8F51-7DCA-E79655F67C69}"/>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5" name="Freeform: Shape 374">
                <a:extLst>
                  <a:ext uri="{FF2B5EF4-FFF2-40B4-BE49-F238E27FC236}">
                    <a16:creationId xmlns:a16="http://schemas.microsoft.com/office/drawing/2014/main" id="{16CC76BC-7C0E-2279-D17D-27FB76909DC1}"/>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6" name="Freeform: Shape 375">
                <a:extLst>
                  <a:ext uri="{FF2B5EF4-FFF2-40B4-BE49-F238E27FC236}">
                    <a16:creationId xmlns:a16="http://schemas.microsoft.com/office/drawing/2014/main" id="{AF2795A8-51E2-B3BE-561A-BE572B105653}"/>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7" name="Freeform: Shape 376">
                <a:extLst>
                  <a:ext uri="{FF2B5EF4-FFF2-40B4-BE49-F238E27FC236}">
                    <a16:creationId xmlns:a16="http://schemas.microsoft.com/office/drawing/2014/main" id="{11B7B87F-BB5F-01B1-0AB5-D2DB60ED091F}"/>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8" name="Freeform: Shape 377">
                <a:extLst>
                  <a:ext uri="{FF2B5EF4-FFF2-40B4-BE49-F238E27FC236}">
                    <a16:creationId xmlns:a16="http://schemas.microsoft.com/office/drawing/2014/main" id="{0866F0C0-5A57-C00C-184D-8613B0DAB868}"/>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79" name="Freeform: Shape 378">
                <a:extLst>
                  <a:ext uri="{FF2B5EF4-FFF2-40B4-BE49-F238E27FC236}">
                    <a16:creationId xmlns:a16="http://schemas.microsoft.com/office/drawing/2014/main" id="{920DEC74-FA9A-4AB0-2145-C84917F690DD}"/>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0" name="Freeform: Shape 379">
                <a:extLst>
                  <a:ext uri="{FF2B5EF4-FFF2-40B4-BE49-F238E27FC236}">
                    <a16:creationId xmlns:a16="http://schemas.microsoft.com/office/drawing/2014/main" id="{11AD65BF-D27C-BDD1-D647-261DA6084470}"/>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1" name="Freeform: Shape 380">
                <a:extLst>
                  <a:ext uri="{FF2B5EF4-FFF2-40B4-BE49-F238E27FC236}">
                    <a16:creationId xmlns:a16="http://schemas.microsoft.com/office/drawing/2014/main" id="{F8692C91-0434-D167-2BBB-6086922CD4AA}"/>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2" name="Freeform: Shape 381">
                <a:extLst>
                  <a:ext uri="{FF2B5EF4-FFF2-40B4-BE49-F238E27FC236}">
                    <a16:creationId xmlns:a16="http://schemas.microsoft.com/office/drawing/2014/main" id="{19597319-A95A-5CB5-1295-77DEC5524089}"/>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3" name="Freeform: Shape 382">
                <a:extLst>
                  <a:ext uri="{FF2B5EF4-FFF2-40B4-BE49-F238E27FC236}">
                    <a16:creationId xmlns:a16="http://schemas.microsoft.com/office/drawing/2014/main" id="{FE386EFD-BCF6-E051-ACB3-B37DF728D1B7}"/>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4" name="Freeform: Shape 383">
                <a:extLst>
                  <a:ext uri="{FF2B5EF4-FFF2-40B4-BE49-F238E27FC236}">
                    <a16:creationId xmlns:a16="http://schemas.microsoft.com/office/drawing/2014/main" id="{6FBF6938-A18B-86D7-AB31-23EB83DB3AFA}"/>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5" name="Freeform: Shape 384">
                <a:extLst>
                  <a:ext uri="{FF2B5EF4-FFF2-40B4-BE49-F238E27FC236}">
                    <a16:creationId xmlns:a16="http://schemas.microsoft.com/office/drawing/2014/main" id="{85011861-1688-7FC3-5BDA-FF9D7ED4F9F8}"/>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6" name="Freeform: Shape 385">
                <a:extLst>
                  <a:ext uri="{FF2B5EF4-FFF2-40B4-BE49-F238E27FC236}">
                    <a16:creationId xmlns:a16="http://schemas.microsoft.com/office/drawing/2014/main" id="{F3F76D0F-B502-5521-711E-11A246D6D8C1}"/>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7" name="Freeform: Shape 386">
                <a:extLst>
                  <a:ext uri="{FF2B5EF4-FFF2-40B4-BE49-F238E27FC236}">
                    <a16:creationId xmlns:a16="http://schemas.microsoft.com/office/drawing/2014/main" id="{2174CA79-C68F-C3BC-19E7-A064DD3DEF09}"/>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8" name="Freeform: Shape 387">
                <a:extLst>
                  <a:ext uri="{FF2B5EF4-FFF2-40B4-BE49-F238E27FC236}">
                    <a16:creationId xmlns:a16="http://schemas.microsoft.com/office/drawing/2014/main" id="{FEB2E0C5-54CC-9475-6753-06CB572594F5}"/>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89" name="Freeform: Shape 388">
                <a:extLst>
                  <a:ext uri="{FF2B5EF4-FFF2-40B4-BE49-F238E27FC236}">
                    <a16:creationId xmlns:a16="http://schemas.microsoft.com/office/drawing/2014/main" id="{CC51209F-9476-6458-AD9C-6FDCF195D0A9}"/>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0" name="Freeform: Shape 389">
                <a:extLst>
                  <a:ext uri="{FF2B5EF4-FFF2-40B4-BE49-F238E27FC236}">
                    <a16:creationId xmlns:a16="http://schemas.microsoft.com/office/drawing/2014/main" id="{C88F4E19-B4DA-E152-28CF-31D9D0063105}"/>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1" name="Freeform: Shape 390">
                <a:extLst>
                  <a:ext uri="{FF2B5EF4-FFF2-40B4-BE49-F238E27FC236}">
                    <a16:creationId xmlns:a16="http://schemas.microsoft.com/office/drawing/2014/main" id="{5254CE42-1279-73E2-E00F-0393D18F3F85}"/>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2" name="Freeform: Shape 391">
                <a:extLst>
                  <a:ext uri="{FF2B5EF4-FFF2-40B4-BE49-F238E27FC236}">
                    <a16:creationId xmlns:a16="http://schemas.microsoft.com/office/drawing/2014/main" id="{EDA40306-0A41-7C5E-C013-6D3C7831F31C}"/>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3" name="Freeform: Shape 392">
                <a:extLst>
                  <a:ext uri="{FF2B5EF4-FFF2-40B4-BE49-F238E27FC236}">
                    <a16:creationId xmlns:a16="http://schemas.microsoft.com/office/drawing/2014/main" id="{05BADA1A-347E-66CB-D73F-BBE39483872D}"/>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4" name="Freeform: Shape 393">
                <a:extLst>
                  <a:ext uri="{FF2B5EF4-FFF2-40B4-BE49-F238E27FC236}">
                    <a16:creationId xmlns:a16="http://schemas.microsoft.com/office/drawing/2014/main" id="{5545A7DE-8700-BE86-1750-9414F4B4F85A}"/>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5" name="Freeform: Shape 394">
                <a:extLst>
                  <a:ext uri="{FF2B5EF4-FFF2-40B4-BE49-F238E27FC236}">
                    <a16:creationId xmlns:a16="http://schemas.microsoft.com/office/drawing/2014/main" id="{4C20977B-BECF-6256-58EC-26AE4E7A11E5}"/>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6" name="Freeform: Shape 395">
                <a:extLst>
                  <a:ext uri="{FF2B5EF4-FFF2-40B4-BE49-F238E27FC236}">
                    <a16:creationId xmlns:a16="http://schemas.microsoft.com/office/drawing/2014/main" id="{E845C94D-D32D-008A-908A-765CFE060D6D}"/>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7" name="Freeform: Shape 396">
                <a:extLst>
                  <a:ext uri="{FF2B5EF4-FFF2-40B4-BE49-F238E27FC236}">
                    <a16:creationId xmlns:a16="http://schemas.microsoft.com/office/drawing/2014/main" id="{DC894230-DB0A-7956-D9F0-9081FE4972C3}"/>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8" name="Freeform: Shape 397">
                <a:extLst>
                  <a:ext uri="{FF2B5EF4-FFF2-40B4-BE49-F238E27FC236}">
                    <a16:creationId xmlns:a16="http://schemas.microsoft.com/office/drawing/2014/main" id="{19717684-AC17-72FA-7090-5AA9007D6297}"/>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399" name="Freeform: Shape 398">
                <a:extLst>
                  <a:ext uri="{FF2B5EF4-FFF2-40B4-BE49-F238E27FC236}">
                    <a16:creationId xmlns:a16="http://schemas.microsoft.com/office/drawing/2014/main" id="{0932CD91-82BD-6573-05D1-ACA8E80F823B}"/>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0" name="Freeform: Shape 399">
                <a:extLst>
                  <a:ext uri="{FF2B5EF4-FFF2-40B4-BE49-F238E27FC236}">
                    <a16:creationId xmlns:a16="http://schemas.microsoft.com/office/drawing/2014/main" id="{35348BC9-8CEE-E074-E527-81CCD8462AF1}"/>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1" name="Freeform: Shape 400">
                <a:extLst>
                  <a:ext uri="{FF2B5EF4-FFF2-40B4-BE49-F238E27FC236}">
                    <a16:creationId xmlns:a16="http://schemas.microsoft.com/office/drawing/2014/main" id="{3BE30838-D0F6-8059-71D3-06E5E99C7BAB}"/>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2" name="Freeform: Shape 401">
                <a:extLst>
                  <a:ext uri="{FF2B5EF4-FFF2-40B4-BE49-F238E27FC236}">
                    <a16:creationId xmlns:a16="http://schemas.microsoft.com/office/drawing/2014/main" id="{615C2A3D-32C9-7E32-D00A-97D091355172}"/>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3" name="Freeform: Shape 402">
                <a:extLst>
                  <a:ext uri="{FF2B5EF4-FFF2-40B4-BE49-F238E27FC236}">
                    <a16:creationId xmlns:a16="http://schemas.microsoft.com/office/drawing/2014/main" id="{BE0DB917-CCFE-318C-AC1F-96B7F160EF06}"/>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4" name="Freeform: Shape 403">
                <a:extLst>
                  <a:ext uri="{FF2B5EF4-FFF2-40B4-BE49-F238E27FC236}">
                    <a16:creationId xmlns:a16="http://schemas.microsoft.com/office/drawing/2014/main" id="{0DF1BCC9-1470-2E70-E11D-0AC6521B63D4}"/>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5" name="Freeform: Shape 404">
                <a:extLst>
                  <a:ext uri="{FF2B5EF4-FFF2-40B4-BE49-F238E27FC236}">
                    <a16:creationId xmlns:a16="http://schemas.microsoft.com/office/drawing/2014/main" id="{9FD99D6D-1625-68D4-EF6E-05C40EE48C59}"/>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6" name="Freeform: Shape 405">
                <a:extLst>
                  <a:ext uri="{FF2B5EF4-FFF2-40B4-BE49-F238E27FC236}">
                    <a16:creationId xmlns:a16="http://schemas.microsoft.com/office/drawing/2014/main" id="{04096D73-7D03-4ADA-36FF-2CEBA5CD4E45}"/>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7" name="Freeform: Shape 406">
                <a:extLst>
                  <a:ext uri="{FF2B5EF4-FFF2-40B4-BE49-F238E27FC236}">
                    <a16:creationId xmlns:a16="http://schemas.microsoft.com/office/drawing/2014/main" id="{02D03F5A-92B5-1E31-576F-D950679E3C48}"/>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8" name="Freeform: Shape 407">
                <a:extLst>
                  <a:ext uri="{FF2B5EF4-FFF2-40B4-BE49-F238E27FC236}">
                    <a16:creationId xmlns:a16="http://schemas.microsoft.com/office/drawing/2014/main" id="{C4212906-A4B7-B547-8D02-7183B5C506A1}"/>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09" name="Freeform: Shape 408">
                <a:extLst>
                  <a:ext uri="{FF2B5EF4-FFF2-40B4-BE49-F238E27FC236}">
                    <a16:creationId xmlns:a16="http://schemas.microsoft.com/office/drawing/2014/main" id="{57428AF3-5AAF-8B4B-7438-E0E0BCBC8555}"/>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0" name="Freeform: Shape 409">
                <a:extLst>
                  <a:ext uri="{FF2B5EF4-FFF2-40B4-BE49-F238E27FC236}">
                    <a16:creationId xmlns:a16="http://schemas.microsoft.com/office/drawing/2014/main" id="{DDABAD27-24C6-EF8B-7FBB-942EA3035C69}"/>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1" name="Freeform: Shape 410">
                <a:extLst>
                  <a:ext uri="{FF2B5EF4-FFF2-40B4-BE49-F238E27FC236}">
                    <a16:creationId xmlns:a16="http://schemas.microsoft.com/office/drawing/2014/main" id="{E8E4A377-C535-D1BC-86D6-3FC36F4E5A6F}"/>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2" name="Freeform: Shape 411">
                <a:extLst>
                  <a:ext uri="{FF2B5EF4-FFF2-40B4-BE49-F238E27FC236}">
                    <a16:creationId xmlns:a16="http://schemas.microsoft.com/office/drawing/2014/main" id="{4774D8EC-81B2-E5C2-10E9-C4072E2A8365}"/>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3" name="Freeform: Shape 412">
                <a:extLst>
                  <a:ext uri="{FF2B5EF4-FFF2-40B4-BE49-F238E27FC236}">
                    <a16:creationId xmlns:a16="http://schemas.microsoft.com/office/drawing/2014/main" id="{8A3A34B6-88FC-F708-6E4B-216E20A03F2E}"/>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4" name="Freeform: Shape 413">
                <a:extLst>
                  <a:ext uri="{FF2B5EF4-FFF2-40B4-BE49-F238E27FC236}">
                    <a16:creationId xmlns:a16="http://schemas.microsoft.com/office/drawing/2014/main" id="{D1B000D8-B78F-9D27-D3FE-10BF4972EBF5}"/>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5" name="Freeform: Shape 414">
                <a:extLst>
                  <a:ext uri="{FF2B5EF4-FFF2-40B4-BE49-F238E27FC236}">
                    <a16:creationId xmlns:a16="http://schemas.microsoft.com/office/drawing/2014/main" id="{D2B5AC73-20A7-3DFF-3A16-FE3384D0BCE1}"/>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6" name="Freeform: Shape 415">
                <a:extLst>
                  <a:ext uri="{FF2B5EF4-FFF2-40B4-BE49-F238E27FC236}">
                    <a16:creationId xmlns:a16="http://schemas.microsoft.com/office/drawing/2014/main" id="{0B9D6895-AF55-A302-39D1-544F7F0F344B}"/>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7" name="Freeform: Shape 416">
                <a:extLst>
                  <a:ext uri="{FF2B5EF4-FFF2-40B4-BE49-F238E27FC236}">
                    <a16:creationId xmlns:a16="http://schemas.microsoft.com/office/drawing/2014/main" id="{DBA7BBE0-DB4B-0EF9-0755-F78912FEB31C}"/>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8" name="Freeform: Shape 417">
                <a:extLst>
                  <a:ext uri="{FF2B5EF4-FFF2-40B4-BE49-F238E27FC236}">
                    <a16:creationId xmlns:a16="http://schemas.microsoft.com/office/drawing/2014/main" id="{DE1EBCA6-8CF0-F76D-239B-8896B9FBF1A9}"/>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19" name="Freeform: Shape 418">
                <a:extLst>
                  <a:ext uri="{FF2B5EF4-FFF2-40B4-BE49-F238E27FC236}">
                    <a16:creationId xmlns:a16="http://schemas.microsoft.com/office/drawing/2014/main" id="{33C68C5A-3E09-5494-93B3-CEABFF1D5112}"/>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0" name="Freeform: Shape 419">
                <a:extLst>
                  <a:ext uri="{FF2B5EF4-FFF2-40B4-BE49-F238E27FC236}">
                    <a16:creationId xmlns:a16="http://schemas.microsoft.com/office/drawing/2014/main" id="{7E150B09-BAAD-D2E2-9C99-42866729B101}"/>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1" name="Freeform: Shape 420">
                <a:extLst>
                  <a:ext uri="{FF2B5EF4-FFF2-40B4-BE49-F238E27FC236}">
                    <a16:creationId xmlns:a16="http://schemas.microsoft.com/office/drawing/2014/main" id="{41474248-5B2C-69F1-01A2-77D6CEC2A8DE}"/>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2" name="Freeform: Shape 421">
                <a:extLst>
                  <a:ext uri="{FF2B5EF4-FFF2-40B4-BE49-F238E27FC236}">
                    <a16:creationId xmlns:a16="http://schemas.microsoft.com/office/drawing/2014/main" id="{90104925-758A-A06F-84D2-60C72A2BB9B4}"/>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3" name="Freeform: Shape 422">
                <a:extLst>
                  <a:ext uri="{FF2B5EF4-FFF2-40B4-BE49-F238E27FC236}">
                    <a16:creationId xmlns:a16="http://schemas.microsoft.com/office/drawing/2014/main" id="{95984EE2-3F69-F501-B9AA-950E547D6EF5}"/>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4" name="Freeform: Shape 423">
                <a:extLst>
                  <a:ext uri="{FF2B5EF4-FFF2-40B4-BE49-F238E27FC236}">
                    <a16:creationId xmlns:a16="http://schemas.microsoft.com/office/drawing/2014/main" id="{61E6FE09-8F98-44B7-272F-125F071DA8DC}"/>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5" name="Freeform: Shape 424">
                <a:extLst>
                  <a:ext uri="{FF2B5EF4-FFF2-40B4-BE49-F238E27FC236}">
                    <a16:creationId xmlns:a16="http://schemas.microsoft.com/office/drawing/2014/main" id="{3D87FE54-4655-D994-1107-8E911FC0F4FB}"/>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6" name="Freeform: Shape 425">
                <a:extLst>
                  <a:ext uri="{FF2B5EF4-FFF2-40B4-BE49-F238E27FC236}">
                    <a16:creationId xmlns:a16="http://schemas.microsoft.com/office/drawing/2014/main" id="{4C60E3F7-4190-CD77-3EC4-C4EC819321B3}"/>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7" name="Freeform: Shape 426">
                <a:extLst>
                  <a:ext uri="{FF2B5EF4-FFF2-40B4-BE49-F238E27FC236}">
                    <a16:creationId xmlns:a16="http://schemas.microsoft.com/office/drawing/2014/main" id="{66259BDB-2A48-9080-D7EF-C30403180E12}"/>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8" name="Freeform: Shape 427">
                <a:extLst>
                  <a:ext uri="{FF2B5EF4-FFF2-40B4-BE49-F238E27FC236}">
                    <a16:creationId xmlns:a16="http://schemas.microsoft.com/office/drawing/2014/main" id="{26917890-828D-605B-BA02-50335EDA490D}"/>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29" name="Freeform: Shape 428">
                <a:extLst>
                  <a:ext uri="{FF2B5EF4-FFF2-40B4-BE49-F238E27FC236}">
                    <a16:creationId xmlns:a16="http://schemas.microsoft.com/office/drawing/2014/main" id="{1FCC7F5B-E511-01FD-7408-75D679A9ECE7}"/>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0" name="Freeform: Shape 429">
                <a:extLst>
                  <a:ext uri="{FF2B5EF4-FFF2-40B4-BE49-F238E27FC236}">
                    <a16:creationId xmlns:a16="http://schemas.microsoft.com/office/drawing/2014/main" id="{D1F76A25-985B-367D-A8A6-9807593B8131}"/>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1" name="Freeform: Shape 430">
                <a:extLst>
                  <a:ext uri="{FF2B5EF4-FFF2-40B4-BE49-F238E27FC236}">
                    <a16:creationId xmlns:a16="http://schemas.microsoft.com/office/drawing/2014/main" id="{6480AADC-5509-3F3F-F037-68DD789550C7}"/>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2" name="Freeform: Shape 431">
                <a:extLst>
                  <a:ext uri="{FF2B5EF4-FFF2-40B4-BE49-F238E27FC236}">
                    <a16:creationId xmlns:a16="http://schemas.microsoft.com/office/drawing/2014/main" id="{1149C6F1-9B84-25F7-5918-48A9B420977C}"/>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3" name="Freeform: Shape 432">
                <a:extLst>
                  <a:ext uri="{FF2B5EF4-FFF2-40B4-BE49-F238E27FC236}">
                    <a16:creationId xmlns:a16="http://schemas.microsoft.com/office/drawing/2014/main" id="{200C7956-7ADD-DEA9-4694-030067123B01}"/>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4" name="Freeform: Shape 433">
                <a:extLst>
                  <a:ext uri="{FF2B5EF4-FFF2-40B4-BE49-F238E27FC236}">
                    <a16:creationId xmlns:a16="http://schemas.microsoft.com/office/drawing/2014/main" id="{30EAF97B-7D7F-473C-7FC3-77FBCF9FE846}"/>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5" name="Freeform: Shape 434">
                <a:extLst>
                  <a:ext uri="{FF2B5EF4-FFF2-40B4-BE49-F238E27FC236}">
                    <a16:creationId xmlns:a16="http://schemas.microsoft.com/office/drawing/2014/main" id="{28AFD7F7-D17B-E35E-E136-4BCF908E3623}"/>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6" name="Freeform: Shape 435">
                <a:extLst>
                  <a:ext uri="{FF2B5EF4-FFF2-40B4-BE49-F238E27FC236}">
                    <a16:creationId xmlns:a16="http://schemas.microsoft.com/office/drawing/2014/main" id="{A179D5A6-CB52-494A-3148-B67EDBACB861}"/>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7" name="Freeform: Shape 436">
                <a:extLst>
                  <a:ext uri="{FF2B5EF4-FFF2-40B4-BE49-F238E27FC236}">
                    <a16:creationId xmlns:a16="http://schemas.microsoft.com/office/drawing/2014/main" id="{26D8C736-0F4D-B909-2CD0-CB60B19C4F6D}"/>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8" name="Freeform: Shape 437">
                <a:extLst>
                  <a:ext uri="{FF2B5EF4-FFF2-40B4-BE49-F238E27FC236}">
                    <a16:creationId xmlns:a16="http://schemas.microsoft.com/office/drawing/2014/main" id="{2A398A12-CA18-B3B7-FF0F-3E6D62CF8D0E}"/>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39" name="Freeform: Shape 438">
                <a:extLst>
                  <a:ext uri="{FF2B5EF4-FFF2-40B4-BE49-F238E27FC236}">
                    <a16:creationId xmlns:a16="http://schemas.microsoft.com/office/drawing/2014/main" id="{DD853820-2E5E-5CC7-D663-BF7D56954401}"/>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0" name="Freeform: Shape 439">
                <a:extLst>
                  <a:ext uri="{FF2B5EF4-FFF2-40B4-BE49-F238E27FC236}">
                    <a16:creationId xmlns:a16="http://schemas.microsoft.com/office/drawing/2014/main" id="{8E283005-0CA3-8FCF-61B9-2B9AF1A22E69}"/>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1" name="Freeform: Shape 440">
                <a:extLst>
                  <a:ext uri="{FF2B5EF4-FFF2-40B4-BE49-F238E27FC236}">
                    <a16:creationId xmlns:a16="http://schemas.microsoft.com/office/drawing/2014/main" id="{6EB740F4-D654-AACF-0567-42B1F865BB2E}"/>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2" name="Freeform: Shape 441">
                <a:extLst>
                  <a:ext uri="{FF2B5EF4-FFF2-40B4-BE49-F238E27FC236}">
                    <a16:creationId xmlns:a16="http://schemas.microsoft.com/office/drawing/2014/main" id="{B227915B-C446-6565-B0A1-702C73DF2F91}"/>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3" name="Freeform: Shape 442">
                <a:extLst>
                  <a:ext uri="{FF2B5EF4-FFF2-40B4-BE49-F238E27FC236}">
                    <a16:creationId xmlns:a16="http://schemas.microsoft.com/office/drawing/2014/main" id="{AA936930-7F04-8A36-F15D-9D3F0F863265}"/>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4" name="Freeform: Shape 443">
                <a:extLst>
                  <a:ext uri="{FF2B5EF4-FFF2-40B4-BE49-F238E27FC236}">
                    <a16:creationId xmlns:a16="http://schemas.microsoft.com/office/drawing/2014/main" id="{69D37CD7-4199-033B-0DEB-7DC86A6FD56A}"/>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5" name="Freeform: Shape 444">
                <a:extLst>
                  <a:ext uri="{FF2B5EF4-FFF2-40B4-BE49-F238E27FC236}">
                    <a16:creationId xmlns:a16="http://schemas.microsoft.com/office/drawing/2014/main" id="{42D620CA-B63D-EF73-5771-D6244E8AFEC9}"/>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6" name="Freeform: Shape 445">
                <a:extLst>
                  <a:ext uri="{FF2B5EF4-FFF2-40B4-BE49-F238E27FC236}">
                    <a16:creationId xmlns:a16="http://schemas.microsoft.com/office/drawing/2014/main" id="{2BFAA207-74FF-508B-DD3E-4E503AC64C54}"/>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7" name="Freeform: Shape 446">
                <a:extLst>
                  <a:ext uri="{FF2B5EF4-FFF2-40B4-BE49-F238E27FC236}">
                    <a16:creationId xmlns:a16="http://schemas.microsoft.com/office/drawing/2014/main" id="{D8CD5DDE-B414-3AEA-43CB-E42B259D2140}"/>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8" name="Freeform: Shape 447">
                <a:extLst>
                  <a:ext uri="{FF2B5EF4-FFF2-40B4-BE49-F238E27FC236}">
                    <a16:creationId xmlns:a16="http://schemas.microsoft.com/office/drawing/2014/main" id="{B20B1B38-ABC2-17FC-A44B-19B6C10F2B57}"/>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49" name="Freeform: Shape 448">
                <a:extLst>
                  <a:ext uri="{FF2B5EF4-FFF2-40B4-BE49-F238E27FC236}">
                    <a16:creationId xmlns:a16="http://schemas.microsoft.com/office/drawing/2014/main" id="{92AAD1D0-0B7C-201F-DCF9-4CB1D57AC6A4}"/>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0" name="Freeform: Shape 449">
                <a:extLst>
                  <a:ext uri="{FF2B5EF4-FFF2-40B4-BE49-F238E27FC236}">
                    <a16:creationId xmlns:a16="http://schemas.microsoft.com/office/drawing/2014/main" id="{BE1180F2-E6BC-CE8E-602F-62889F7738BB}"/>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1" name="Freeform: Shape 450">
                <a:extLst>
                  <a:ext uri="{FF2B5EF4-FFF2-40B4-BE49-F238E27FC236}">
                    <a16:creationId xmlns:a16="http://schemas.microsoft.com/office/drawing/2014/main" id="{9756DD47-A413-7640-EE0F-4FBEC94B7A47}"/>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2" name="Freeform: Shape 451">
                <a:extLst>
                  <a:ext uri="{FF2B5EF4-FFF2-40B4-BE49-F238E27FC236}">
                    <a16:creationId xmlns:a16="http://schemas.microsoft.com/office/drawing/2014/main" id="{70AD732A-0D0F-9FFF-582F-34825D52E490}"/>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3" name="Freeform: Shape 452">
                <a:extLst>
                  <a:ext uri="{FF2B5EF4-FFF2-40B4-BE49-F238E27FC236}">
                    <a16:creationId xmlns:a16="http://schemas.microsoft.com/office/drawing/2014/main" id="{74767AE4-EA7C-7680-035D-C531275D08A8}"/>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4" name="Freeform: Shape 453">
                <a:extLst>
                  <a:ext uri="{FF2B5EF4-FFF2-40B4-BE49-F238E27FC236}">
                    <a16:creationId xmlns:a16="http://schemas.microsoft.com/office/drawing/2014/main" id="{EEBD129C-6D92-2961-2CCC-45322D3B8F61}"/>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5" name="Freeform: Shape 454">
                <a:extLst>
                  <a:ext uri="{FF2B5EF4-FFF2-40B4-BE49-F238E27FC236}">
                    <a16:creationId xmlns:a16="http://schemas.microsoft.com/office/drawing/2014/main" id="{59E6F468-F2AD-B4FF-BF7A-3A71180E9499}"/>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6" name="Freeform: Shape 455">
                <a:extLst>
                  <a:ext uri="{FF2B5EF4-FFF2-40B4-BE49-F238E27FC236}">
                    <a16:creationId xmlns:a16="http://schemas.microsoft.com/office/drawing/2014/main" id="{A9A964A4-5FB0-F140-470D-F997A5FC9F1F}"/>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7" name="Freeform: Shape 456">
                <a:extLst>
                  <a:ext uri="{FF2B5EF4-FFF2-40B4-BE49-F238E27FC236}">
                    <a16:creationId xmlns:a16="http://schemas.microsoft.com/office/drawing/2014/main" id="{8C019C5F-A97C-40C1-2734-130F8D805F7D}"/>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8" name="Freeform: Shape 457">
                <a:extLst>
                  <a:ext uri="{FF2B5EF4-FFF2-40B4-BE49-F238E27FC236}">
                    <a16:creationId xmlns:a16="http://schemas.microsoft.com/office/drawing/2014/main" id="{F5E0613D-88AA-C6D9-05D9-44F370CF0565}"/>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59" name="Freeform: Shape 458">
                <a:extLst>
                  <a:ext uri="{FF2B5EF4-FFF2-40B4-BE49-F238E27FC236}">
                    <a16:creationId xmlns:a16="http://schemas.microsoft.com/office/drawing/2014/main" id="{04B0C0AB-9B4E-8C8F-5BC2-7BADE2A6785C}"/>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0" name="Freeform: Shape 459">
                <a:extLst>
                  <a:ext uri="{FF2B5EF4-FFF2-40B4-BE49-F238E27FC236}">
                    <a16:creationId xmlns:a16="http://schemas.microsoft.com/office/drawing/2014/main" id="{B06ACDB6-39E3-7CCF-B506-717C0E1F039C}"/>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1" name="Freeform: Shape 460">
                <a:extLst>
                  <a:ext uri="{FF2B5EF4-FFF2-40B4-BE49-F238E27FC236}">
                    <a16:creationId xmlns:a16="http://schemas.microsoft.com/office/drawing/2014/main" id="{07DB241A-175A-8B82-A5D2-5C52BCC39D8D}"/>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2" name="Freeform: Shape 461">
                <a:extLst>
                  <a:ext uri="{FF2B5EF4-FFF2-40B4-BE49-F238E27FC236}">
                    <a16:creationId xmlns:a16="http://schemas.microsoft.com/office/drawing/2014/main" id="{1E8425F1-48DB-43B7-6989-B2B6A1F50694}"/>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3" name="Freeform: Shape 462">
                <a:extLst>
                  <a:ext uri="{FF2B5EF4-FFF2-40B4-BE49-F238E27FC236}">
                    <a16:creationId xmlns:a16="http://schemas.microsoft.com/office/drawing/2014/main" id="{6BEEA350-0DA8-FEB5-0C1C-E1CA433F9E22}"/>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4" name="Freeform: Shape 463">
                <a:extLst>
                  <a:ext uri="{FF2B5EF4-FFF2-40B4-BE49-F238E27FC236}">
                    <a16:creationId xmlns:a16="http://schemas.microsoft.com/office/drawing/2014/main" id="{1CB51432-B785-53D4-56AD-6E8691972E48}"/>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5" name="Freeform: Shape 464">
                <a:extLst>
                  <a:ext uri="{FF2B5EF4-FFF2-40B4-BE49-F238E27FC236}">
                    <a16:creationId xmlns:a16="http://schemas.microsoft.com/office/drawing/2014/main" id="{526CF154-749F-EB98-C445-4F14727C2EBD}"/>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6" name="Freeform: Shape 465">
                <a:extLst>
                  <a:ext uri="{FF2B5EF4-FFF2-40B4-BE49-F238E27FC236}">
                    <a16:creationId xmlns:a16="http://schemas.microsoft.com/office/drawing/2014/main" id="{9F8F61CC-ACA4-6D7B-2F77-E1321089F8F6}"/>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7" name="Freeform: Shape 466">
                <a:extLst>
                  <a:ext uri="{FF2B5EF4-FFF2-40B4-BE49-F238E27FC236}">
                    <a16:creationId xmlns:a16="http://schemas.microsoft.com/office/drawing/2014/main" id="{5F52348C-DD13-3928-041B-EC9D3AAD8EAC}"/>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8" name="Freeform: Shape 467">
                <a:extLst>
                  <a:ext uri="{FF2B5EF4-FFF2-40B4-BE49-F238E27FC236}">
                    <a16:creationId xmlns:a16="http://schemas.microsoft.com/office/drawing/2014/main" id="{278033DB-29BE-619A-17AC-7470F23BDD6D}"/>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69" name="Freeform: Shape 468">
                <a:extLst>
                  <a:ext uri="{FF2B5EF4-FFF2-40B4-BE49-F238E27FC236}">
                    <a16:creationId xmlns:a16="http://schemas.microsoft.com/office/drawing/2014/main" id="{A4716B1B-D0B3-0673-E98E-AA5A07283420}"/>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0" name="Freeform: Shape 469">
                <a:extLst>
                  <a:ext uri="{FF2B5EF4-FFF2-40B4-BE49-F238E27FC236}">
                    <a16:creationId xmlns:a16="http://schemas.microsoft.com/office/drawing/2014/main" id="{D7D28279-E198-5002-45E6-A6001E29F6A0}"/>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1" name="Freeform: Shape 470">
                <a:extLst>
                  <a:ext uri="{FF2B5EF4-FFF2-40B4-BE49-F238E27FC236}">
                    <a16:creationId xmlns:a16="http://schemas.microsoft.com/office/drawing/2014/main" id="{B5CE0BC2-C4E1-9DE1-BC0A-F3B0A6E9E581}"/>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2" name="Freeform: Shape 471">
                <a:extLst>
                  <a:ext uri="{FF2B5EF4-FFF2-40B4-BE49-F238E27FC236}">
                    <a16:creationId xmlns:a16="http://schemas.microsoft.com/office/drawing/2014/main" id="{24880BFF-64BF-0E7A-3178-76B62D3F74C3}"/>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3" name="Freeform: Shape 472">
                <a:extLst>
                  <a:ext uri="{FF2B5EF4-FFF2-40B4-BE49-F238E27FC236}">
                    <a16:creationId xmlns:a16="http://schemas.microsoft.com/office/drawing/2014/main" id="{2AC3665E-B25D-142E-C31B-3653F298EDE7}"/>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4" name="Freeform: Shape 473">
                <a:extLst>
                  <a:ext uri="{FF2B5EF4-FFF2-40B4-BE49-F238E27FC236}">
                    <a16:creationId xmlns:a16="http://schemas.microsoft.com/office/drawing/2014/main" id="{92D4894B-1D4C-A397-5E45-D392218900F0}"/>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5" name="Freeform: Shape 474">
                <a:extLst>
                  <a:ext uri="{FF2B5EF4-FFF2-40B4-BE49-F238E27FC236}">
                    <a16:creationId xmlns:a16="http://schemas.microsoft.com/office/drawing/2014/main" id="{B94CC0E2-9B90-14B3-FB33-0A64629197C8}"/>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6" name="Freeform: Shape 475">
                <a:extLst>
                  <a:ext uri="{FF2B5EF4-FFF2-40B4-BE49-F238E27FC236}">
                    <a16:creationId xmlns:a16="http://schemas.microsoft.com/office/drawing/2014/main" id="{612EB06B-886C-D091-354D-06A633FCD2DB}"/>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7" name="Freeform: Shape 476">
                <a:extLst>
                  <a:ext uri="{FF2B5EF4-FFF2-40B4-BE49-F238E27FC236}">
                    <a16:creationId xmlns:a16="http://schemas.microsoft.com/office/drawing/2014/main" id="{77AD8208-6C02-BC48-394A-62B4559440A9}"/>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8" name="Freeform: Shape 477">
                <a:extLst>
                  <a:ext uri="{FF2B5EF4-FFF2-40B4-BE49-F238E27FC236}">
                    <a16:creationId xmlns:a16="http://schemas.microsoft.com/office/drawing/2014/main" id="{832209F0-C9BA-F5A2-5E16-341212758481}"/>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79" name="Freeform: Shape 478">
                <a:extLst>
                  <a:ext uri="{FF2B5EF4-FFF2-40B4-BE49-F238E27FC236}">
                    <a16:creationId xmlns:a16="http://schemas.microsoft.com/office/drawing/2014/main" id="{093A31F7-2449-FC0A-836E-5451ECB64A1D}"/>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0" name="Freeform: Shape 479">
                <a:extLst>
                  <a:ext uri="{FF2B5EF4-FFF2-40B4-BE49-F238E27FC236}">
                    <a16:creationId xmlns:a16="http://schemas.microsoft.com/office/drawing/2014/main" id="{07F0688E-36F0-E35E-0B8E-7DCF0856A55A}"/>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1" name="Freeform: Shape 480">
                <a:extLst>
                  <a:ext uri="{FF2B5EF4-FFF2-40B4-BE49-F238E27FC236}">
                    <a16:creationId xmlns:a16="http://schemas.microsoft.com/office/drawing/2014/main" id="{13221627-FA2E-F919-2332-FB9C5967F953}"/>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2" name="Freeform: Shape 481">
                <a:extLst>
                  <a:ext uri="{FF2B5EF4-FFF2-40B4-BE49-F238E27FC236}">
                    <a16:creationId xmlns:a16="http://schemas.microsoft.com/office/drawing/2014/main" id="{DA7E99CA-5CF3-71EA-2601-31776CD2D3BE}"/>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3" name="Freeform: Shape 482">
                <a:extLst>
                  <a:ext uri="{FF2B5EF4-FFF2-40B4-BE49-F238E27FC236}">
                    <a16:creationId xmlns:a16="http://schemas.microsoft.com/office/drawing/2014/main" id="{B2B5235A-8BBC-48D4-CD1F-199BED719730}"/>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4" name="Freeform: Shape 483">
                <a:extLst>
                  <a:ext uri="{FF2B5EF4-FFF2-40B4-BE49-F238E27FC236}">
                    <a16:creationId xmlns:a16="http://schemas.microsoft.com/office/drawing/2014/main" id="{05239D1F-329F-0AD7-45CD-C5371314F47F}"/>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5" name="Freeform: Shape 484">
                <a:extLst>
                  <a:ext uri="{FF2B5EF4-FFF2-40B4-BE49-F238E27FC236}">
                    <a16:creationId xmlns:a16="http://schemas.microsoft.com/office/drawing/2014/main" id="{B7337C6B-8F3C-D2D7-F048-C4F857A856E6}"/>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6" name="Freeform: Shape 485">
                <a:extLst>
                  <a:ext uri="{FF2B5EF4-FFF2-40B4-BE49-F238E27FC236}">
                    <a16:creationId xmlns:a16="http://schemas.microsoft.com/office/drawing/2014/main" id="{F7A1C8BB-1894-08AB-46EA-0EA3324B3614}"/>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7" name="Freeform: Shape 486">
                <a:extLst>
                  <a:ext uri="{FF2B5EF4-FFF2-40B4-BE49-F238E27FC236}">
                    <a16:creationId xmlns:a16="http://schemas.microsoft.com/office/drawing/2014/main" id="{C807D45F-4B7B-AF86-F846-05543B42EF76}"/>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8" name="Freeform: Shape 487">
                <a:extLst>
                  <a:ext uri="{FF2B5EF4-FFF2-40B4-BE49-F238E27FC236}">
                    <a16:creationId xmlns:a16="http://schemas.microsoft.com/office/drawing/2014/main" id="{411D654C-BDF0-8B3E-E46E-4C5FA8FA2919}"/>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89" name="Freeform: Shape 488">
                <a:extLst>
                  <a:ext uri="{FF2B5EF4-FFF2-40B4-BE49-F238E27FC236}">
                    <a16:creationId xmlns:a16="http://schemas.microsoft.com/office/drawing/2014/main" id="{9CBD3E43-3DD4-6482-8B20-D70EAED4A3D5}"/>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0" name="Freeform: Shape 489">
                <a:extLst>
                  <a:ext uri="{FF2B5EF4-FFF2-40B4-BE49-F238E27FC236}">
                    <a16:creationId xmlns:a16="http://schemas.microsoft.com/office/drawing/2014/main" id="{88C589CA-A101-9553-9AD8-25DEA11E0308}"/>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1" name="Freeform: Shape 490">
                <a:extLst>
                  <a:ext uri="{FF2B5EF4-FFF2-40B4-BE49-F238E27FC236}">
                    <a16:creationId xmlns:a16="http://schemas.microsoft.com/office/drawing/2014/main" id="{BBF96A99-A69C-4BDC-7983-09B54E75C414}"/>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2" name="Freeform: Shape 491">
                <a:extLst>
                  <a:ext uri="{FF2B5EF4-FFF2-40B4-BE49-F238E27FC236}">
                    <a16:creationId xmlns:a16="http://schemas.microsoft.com/office/drawing/2014/main" id="{D2F94F2F-BC1D-30B2-BCA4-108392095AE6}"/>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3" name="Freeform: Shape 492">
                <a:extLst>
                  <a:ext uri="{FF2B5EF4-FFF2-40B4-BE49-F238E27FC236}">
                    <a16:creationId xmlns:a16="http://schemas.microsoft.com/office/drawing/2014/main" id="{8F62A3ED-1417-646E-5341-B2D1E4F23277}"/>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4" name="Freeform: Shape 493">
                <a:extLst>
                  <a:ext uri="{FF2B5EF4-FFF2-40B4-BE49-F238E27FC236}">
                    <a16:creationId xmlns:a16="http://schemas.microsoft.com/office/drawing/2014/main" id="{719A7245-0F6D-C0E5-81F6-5A62ECD0A99A}"/>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5" name="Freeform: Shape 494">
                <a:extLst>
                  <a:ext uri="{FF2B5EF4-FFF2-40B4-BE49-F238E27FC236}">
                    <a16:creationId xmlns:a16="http://schemas.microsoft.com/office/drawing/2014/main" id="{AC5C2238-27BD-BAF6-3D00-40FC06C9BA1F}"/>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6" name="Freeform: Shape 495">
                <a:extLst>
                  <a:ext uri="{FF2B5EF4-FFF2-40B4-BE49-F238E27FC236}">
                    <a16:creationId xmlns:a16="http://schemas.microsoft.com/office/drawing/2014/main" id="{5719E2EA-4067-C7A6-882D-052BE52879F6}"/>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7" name="Freeform: Shape 496">
                <a:extLst>
                  <a:ext uri="{FF2B5EF4-FFF2-40B4-BE49-F238E27FC236}">
                    <a16:creationId xmlns:a16="http://schemas.microsoft.com/office/drawing/2014/main" id="{355454FB-8A25-1F45-58A3-A868C596E6A0}"/>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8" name="Freeform: Shape 497">
                <a:extLst>
                  <a:ext uri="{FF2B5EF4-FFF2-40B4-BE49-F238E27FC236}">
                    <a16:creationId xmlns:a16="http://schemas.microsoft.com/office/drawing/2014/main" id="{B914F1AF-3435-CAB6-E448-FBB3F2279F62}"/>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499" name="Freeform: Shape 498">
                <a:extLst>
                  <a:ext uri="{FF2B5EF4-FFF2-40B4-BE49-F238E27FC236}">
                    <a16:creationId xmlns:a16="http://schemas.microsoft.com/office/drawing/2014/main" id="{B517CB3A-1D7F-FBDE-C651-3CB5DBCE4C7A}"/>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0" name="Freeform: Shape 499">
                <a:extLst>
                  <a:ext uri="{FF2B5EF4-FFF2-40B4-BE49-F238E27FC236}">
                    <a16:creationId xmlns:a16="http://schemas.microsoft.com/office/drawing/2014/main" id="{E273303B-74FB-93E2-5B34-D964DF00C4F9}"/>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1" name="Freeform: Shape 500">
                <a:extLst>
                  <a:ext uri="{FF2B5EF4-FFF2-40B4-BE49-F238E27FC236}">
                    <a16:creationId xmlns:a16="http://schemas.microsoft.com/office/drawing/2014/main" id="{7AA11FF8-1A16-E565-6832-9A6FAF6D877B}"/>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2" name="Freeform: Shape 501">
                <a:extLst>
                  <a:ext uri="{FF2B5EF4-FFF2-40B4-BE49-F238E27FC236}">
                    <a16:creationId xmlns:a16="http://schemas.microsoft.com/office/drawing/2014/main" id="{93FF677E-9EFA-6932-239A-D1F440737E98}"/>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3" name="Freeform: Shape 502">
                <a:extLst>
                  <a:ext uri="{FF2B5EF4-FFF2-40B4-BE49-F238E27FC236}">
                    <a16:creationId xmlns:a16="http://schemas.microsoft.com/office/drawing/2014/main" id="{6AA622D2-A8FD-1373-712C-896B82C1D6D3}"/>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4" name="Freeform: Shape 503">
                <a:extLst>
                  <a:ext uri="{FF2B5EF4-FFF2-40B4-BE49-F238E27FC236}">
                    <a16:creationId xmlns:a16="http://schemas.microsoft.com/office/drawing/2014/main" id="{FC7A098E-EA9E-9B6F-7498-24FCAFDF1B0B}"/>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5" name="Freeform: Shape 504">
                <a:extLst>
                  <a:ext uri="{FF2B5EF4-FFF2-40B4-BE49-F238E27FC236}">
                    <a16:creationId xmlns:a16="http://schemas.microsoft.com/office/drawing/2014/main" id="{E89DEDF9-E8C4-78D3-F623-A403E4688E74}"/>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6" name="Freeform: Shape 505">
                <a:extLst>
                  <a:ext uri="{FF2B5EF4-FFF2-40B4-BE49-F238E27FC236}">
                    <a16:creationId xmlns:a16="http://schemas.microsoft.com/office/drawing/2014/main" id="{D82EBFC1-E32B-14BA-E89D-6294649F32EA}"/>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7" name="Freeform: Shape 506">
                <a:extLst>
                  <a:ext uri="{FF2B5EF4-FFF2-40B4-BE49-F238E27FC236}">
                    <a16:creationId xmlns:a16="http://schemas.microsoft.com/office/drawing/2014/main" id="{547D9331-CFD2-66D2-2A07-A6C4896A1F55}"/>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8" name="Freeform: Shape 507">
                <a:extLst>
                  <a:ext uri="{FF2B5EF4-FFF2-40B4-BE49-F238E27FC236}">
                    <a16:creationId xmlns:a16="http://schemas.microsoft.com/office/drawing/2014/main" id="{0F28F562-F3C3-78F0-DDBD-B6323372B00D}"/>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09" name="Freeform: Shape 508">
                <a:extLst>
                  <a:ext uri="{FF2B5EF4-FFF2-40B4-BE49-F238E27FC236}">
                    <a16:creationId xmlns:a16="http://schemas.microsoft.com/office/drawing/2014/main" id="{F12E417C-5206-036C-A460-3CB60E8251DD}"/>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0" name="Freeform: Shape 509">
                <a:extLst>
                  <a:ext uri="{FF2B5EF4-FFF2-40B4-BE49-F238E27FC236}">
                    <a16:creationId xmlns:a16="http://schemas.microsoft.com/office/drawing/2014/main" id="{0CB0414D-8ED2-AA11-D972-CA2DDD967C14}"/>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1" name="Freeform: Shape 510">
                <a:extLst>
                  <a:ext uri="{FF2B5EF4-FFF2-40B4-BE49-F238E27FC236}">
                    <a16:creationId xmlns:a16="http://schemas.microsoft.com/office/drawing/2014/main" id="{0D7D913A-5837-31E6-5C37-9EF53DBE861A}"/>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2" name="Freeform: Shape 511">
                <a:extLst>
                  <a:ext uri="{FF2B5EF4-FFF2-40B4-BE49-F238E27FC236}">
                    <a16:creationId xmlns:a16="http://schemas.microsoft.com/office/drawing/2014/main" id="{DA192A86-3801-2E82-0101-3C00617E5B30}"/>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3" name="Freeform: Shape 512">
                <a:extLst>
                  <a:ext uri="{FF2B5EF4-FFF2-40B4-BE49-F238E27FC236}">
                    <a16:creationId xmlns:a16="http://schemas.microsoft.com/office/drawing/2014/main" id="{E4572400-4DB4-F623-E8B3-CFDDAD6E3F24}"/>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4" name="Freeform: Shape 513">
                <a:extLst>
                  <a:ext uri="{FF2B5EF4-FFF2-40B4-BE49-F238E27FC236}">
                    <a16:creationId xmlns:a16="http://schemas.microsoft.com/office/drawing/2014/main" id="{E8546461-4E2F-47C1-1340-833263431524}"/>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5" name="Freeform: Shape 514">
                <a:extLst>
                  <a:ext uri="{FF2B5EF4-FFF2-40B4-BE49-F238E27FC236}">
                    <a16:creationId xmlns:a16="http://schemas.microsoft.com/office/drawing/2014/main" id="{5CD366EB-7EC6-BD30-818D-D8E17BD89599}"/>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6" name="Freeform: Shape 515">
                <a:extLst>
                  <a:ext uri="{FF2B5EF4-FFF2-40B4-BE49-F238E27FC236}">
                    <a16:creationId xmlns:a16="http://schemas.microsoft.com/office/drawing/2014/main" id="{17FF3CA7-5A13-FC38-2C3C-34F859EBDCA6}"/>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7" name="Freeform: Shape 516">
                <a:extLst>
                  <a:ext uri="{FF2B5EF4-FFF2-40B4-BE49-F238E27FC236}">
                    <a16:creationId xmlns:a16="http://schemas.microsoft.com/office/drawing/2014/main" id="{D1A44146-1B03-FA8E-C7A7-AA3FD563075B}"/>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8" name="Freeform: Shape 517">
                <a:extLst>
                  <a:ext uri="{FF2B5EF4-FFF2-40B4-BE49-F238E27FC236}">
                    <a16:creationId xmlns:a16="http://schemas.microsoft.com/office/drawing/2014/main" id="{FBD8A31D-54EF-BEF3-2C20-0DE109A6B98C}"/>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19" name="Freeform: Shape 518">
                <a:extLst>
                  <a:ext uri="{FF2B5EF4-FFF2-40B4-BE49-F238E27FC236}">
                    <a16:creationId xmlns:a16="http://schemas.microsoft.com/office/drawing/2014/main" id="{B97A3BC1-0A75-AC86-35FF-8A3AEFC0328E}"/>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0" name="Freeform: Shape 519">
                <a:extLst>
                  <a:ext uri="{FF2B5EF4-FFF2-40B4-BE49-F238E27FC236}">
                    <a16:creationId xmlns:a16="http://schemas.microsoft.com/office/drawing/2014/main" id="{1D0B0BC6-4C05-0FF9-72C4-CFB335B95EB2}"/>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1" name="Freeform: Shape 520">
                <a:extLst>
                  <a:ext uri="{FF2B5EF4-FFF2-40B4-BE49-F238E27FC236}">
                    <a16:creationId xmlns:a16="http://schemas.microsoft.com/office/drawing/2014/main" id="{287B4698-957E-B2D5-DF96-6C297CC4A527}"/>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2" name="Freeform: Shape 521">
                <a:extLst>
                  <a:ext uri="{FF2B5EF4-FFF2-40B4-BE49-F238E27FC236}">
                    <a16:creationId xmlns:a16="http://schemas.microsoft.com/office/drawing/2014/main" id="{553FD463-EE85-2FA2-FED8-37F3F305A79B}"/>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3" name="Freeform: Shape 522">
                <a:extLst>
                  <a:ext uri="{FF2B5EF4-FFF2-40B4-BE49-F238E27FC236}">
                    <a16:creationId xmlns:a16="http://schemas.microsoft.com/office/drawing/2014/main" id="{FF37AD9A-05E7-EBF8-6487-71BEEBE4BB43}"/>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4" name="Freeform: Shape 523">
                <a:extLst>
                  <a:ext uri="{FF2B5EF4-FFF2-40B4-BE49-F238E27FC236}">
                    <a16:creationId xmlns:a16="http://schemas.microsoft.com/office/drawing/2014/main" id="{750ADC1F-57BD-685E-B133-77703D3C5EF1}"/>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5" name="Freeform: Shape 524">
                <a:extLst>
                  <a:ext uri="{FF2B5EF4-FFF2-40B4-BE49-F238E27FC236}">
                    <a16:creationId xmlns:a16="http://schemas.microsoft.com/office/drawing/2014/main" id="{0B38EFF1-6255-3E62-C25A-FDA7A1F0528C}"/>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6" name="Freeform: Shape 525">
                <a:extLst>
                  <a:ext uri="{FF2B5EF4-FFF2-40B4-BE49-F238E27FC236}">
                    <a16:creationId xmlns:a16="http://schemas.microsoft.com/office/drawing/2014/main" id="{591FA64E-7F91-B51C-1C68-FAF0DD31C5DA}"/>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7" name="Freeform: Shape 526">
                <a:extLst>
                  <a:ext uri="{FF2B5EF4-FFF2-40B4-BE49-F238E27FC236}">
                    <a16:creationId xmlns:a16="http://schemas.microsoft.com/office/drawing/2014/main" id="{1BC988AA-52D0-8B2C-2A0C-28305E249A8A}"/>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8" name="Freeform: Shape 527">
                <a:extLst>
                  <a:ext uri="{FF2B5EF4-FFF2-40B4-BE49-F238E27FC236}">
                    <a16:creationId xmlns:a16="http://schemas.microsoft.com/office/drawing/2014/main" id="{DE5E5D88-B43E-2906-236F-204CAD4C244A}"/>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29" name="Freeform: Shape 528">
                <a:extLst>
                  <a:ext uri="{FF2B5EF4-FFF2-40B4-BE49-F238E27FC236}">
                    <a16:creationId xmlns:a16="http://schemas.microsoft.com/office/drawing/2014/main" id="{543D0F7A-9969-6772-2B13-7E8F96946FDC}"/>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0" name="Freeform: Shape 529">
                <a:extLst>
                  <a:ext uri="{FF2B5EF4-FFF2-40B4-BE49-F238E27FC236}">
                    <a16:creationId xmlns:a16="http://schemas.microsoft.com/office/drawing/2014/main" id="{7A069200-E673-BDC6-D020-31FB42797B7B}"/>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1" name="Freeform: Shape 530">
                <a:extLst>
                  <a:ext uri="{FF2B5EF4-FFF2-40B4-BE49-F238E27FC236}">
                    <a16:creationId xmlns:a16="http://schemas.microsoft.com/office/drawing/2014/main" id="{A23DEF7F-6928-FB97-8D68-EE1BB7EB05D5}"/>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2" name="Freeform: Shape 531">
                <a:extLst>
                  <a:ext uri="{FF2B5EF4-FFF2-40B4-BE49-F238E27FC236}">
                    <a16:creationId xmlns:a16="http://schemas.microsoft.com/office/drawing/2014/main" id="{359BA224-D1DE-B2C0-9E60-B434D02BA9E6}"/>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3" name="Freeform: Shape 532">
                <a:extLst>
                  <a:ext uri="{FF2B5EF4-FFF2-40B4-BE49-F238E27FC236}">
                    <a16:creationId xmlns:a16="http://schemas.microsoft.com/office/drawing/2014/main" id="{2E43393E-BC50-9D7C-BD46-FED95D77AEFD}"/>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4" name="Freeform: Shape 533">
                <a:extLst>
                  <a:ext uri="{FF2B5EF4-FFF2-40B4-BE49-F238E27FC236}">
                    <a16:creationId xmlns:a16="http://schemas.microsoft.com/office/drawing/2014/main" id="{B2D7DADC-04F6-8F25-FF3F-4D18AAFDD793}"/>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5" name="Freeform: Shape 534">
                <a:extLst>
                  <a:ext uri="{FF2B5EF4-FFF2-40B4-BE49-F238E27FC236}">
                    <a16:creationId xmlns:a16="http://schemas.microsoft.com/office/drawing/2014/main" id="{2738C9BF-86DE-C3DF-F6B5-1AAF773D6F54}"/>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6" name="Freeform: Shape 535">
                <a:extLst>
                  <a:ext uri="{FF2B5EF4-FFF2-40B4-BE49-F238E27FC236}">
                    <a16:creationId xmlns:a16="http://schemas.microsoft.com/office/drawing/2014/main" id="{89F57757-518F-48C6-65AA-2EEB2086F8A1}"/>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7" name="Freeform: Shape 536">
                <a:extLst>
                  <a:ext uri="{FF2B5EF4-FFF2-40B4-BE49-F238E27FC236}">
                    <a16:creationId xmlns:a16="http://schemas.microsoft.com/office/drawing/2014/main" id="{8ADA405F-8E4F-4C4B-65C0-1FE8CA8FF95A}"/>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8" name="Freeform: Shape 537">
                <a:extLst>
                  <a:ext uri="{FF2B5EF4-FFF2-40B4-BE49-F238E27FC236}">
                    <a16:creationId xmlns:a16="http://schemas.microsoft.com/office/drawing/2014/main" id="{C1730012-DBDD-BA93-ED54-D6484D5F420A}"/>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39" name="Freeform: Shape 538">
                <a:extLst>
                  <a:ext uri="{FF2B5EF4-FFF2-40B4-BE49-F238E27FC236}">
                    <a16:creationId xmlns:a16="http://schemas.microsoft.com/office/drawing/2014/main" id="{A1112BD6-2BE6-E337-A516-8CA0A231F34C}"/>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0" name="Freeform: Shape 539">
                <a:extLst>
                  <a:ext uri="{FF2B5EF4-FFF2-40B4-BE49-F238E27FC236}">
                    <a16:creationId xmlns:a16="http://schemas.microsoft.com/office/drawing/2014/main" id="{E1665E42-F24C-5781-3887-BFF55F53A274}"/>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1" name="Freeform: Shape 540">
                <a:extLst>
                  <a:ext uri="{FF2B5EF4-FFF2-40B4-BE49-F238E27FC236}">
                    <a16:creationId xmlns:a16="http://schemas.microsoft.com/office/drawing/2014/main" id="{2E852F29-2C9A-B7A1-D501-7DEFD9AC603A}"/>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2" name="Freeform: Shape 541">
                <a:extLst>
                  <a:ext uri="{FF2B5EF4-FFF2-40B4-BE49-F238E27FC236}">
                    <a16:creationId xmlns:a16="http://schemas.microsoft.com/office/drawing/2014/main" id="{CA540F35-9BA2-FB98-BB68-AC8252FA1300}"/>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3" name="Freeform: Shape 542">
                <a:extLst>
                  <a:ext uri="{FF2B5EF4-FFF2-40B4-BE49-F238E27FC236}">
                    <a16:creationId xmlns:a16="http://schemas.microsoft.com/office/drawing/2014/main" id="{DC42853F-5B7D-D863-F316-77606FB65C52}"/>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4" name="Freeform: Shape 543">
                <a:extLst>
                  <a:ext uri="{FF2B5EF4-FFF2-40B4-BE49-F238E27FC236}">
                    <a16:creationId xmlns:a16="http://schemas.microsoft.com/office/drawing/2014/main" id="{CC3930C0-6CC3-3CD8-F0CE-8F710A7B1292}"/>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5" name="Freeform: Shape 544">
                <a:extLst>
                  <a:ext uri="{FF2B5EF4-FFF2-40B4-BE49-F238E27FC236}">
                    <a16:creationId xmlns:a16="http://schemas.microsoft.com/office/drawing/2014/main" id="{8D94327B-7CC5-13D7-9E51-55738B6E420F}"/>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6" name="Freeform: Shape 545">
                <a:extLst>
                  <a:ext uri="{FF2B5EF4-FFF2-40B4-BE49-F238E27FC236}">
                    <a16:creationId xmlns:a16="http://schemas.microsoft.com/office/drawing/2014/main" id="{174ED4C3-4819-1889-ACC6-B674FCC1E6E0}"/>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7" name="Freeform: Shape 546">
                <a:extLst>
                  <a:ext uri="{FF2B5EF4-FFF2-40B4-BE49-F238E27FC236}">
                    <a16:creationId xmlns:a16="http://schemas.microsoft.com/office/drawing/2014/main" id="{9D61FB93-4B5E-62D6-B01D-65948C444AAE}"/>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8" name="Freeform: Shape 547">
                <a:extLst>
                  <a:ext uri="{FF2B5EF4-FFF2-40B4-BE49-F238E27FC236}">
                    <a16:creationId xmlns:a16="http://schemas.microsoft.com/office/drawing/2014/main" id="{C582E09B-E338-9BAC-DFE9-5CE1307B47C1}"/>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49" name="Freeform: Shape 548">
                <a:extLst>
                  <a:ext uri="{FF2B5EF4-FFF2-40B4-BE49-F238E27FC236}">
                    <a16:creationId xmlns:a16="http://schemas.microsoft.com/office/drawing/2014/main" id="{749443BA-0A15-9522-90CB-DC578067B6EB}"/>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0" name="Freeform: Shape 549">
                <a:extLst>
                  <a:ext uri="{FF2B5EF4-FFF2-40B4-BE49-F238E27FC236}">
                    <a16:creationId xmlns:a16="http://schemas.microsoft.com/office/drawing/2014/main" id="{171BEB5A-2B94-6AAA-4915-1D10B281F58D}"/>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1" name="Freeform: Shape 550">
                <a:extLst>
                  <a:ext uri="{FF2B5EF4-FFF2-40B4-BE49-F238E27FC236}">
                    <a16:creationId xmlns:a16="http://schemas.microsoft.com/office/drawing/2014/main" id="{43215457-2F69-3270-F760-B776BD09ADC0}"/>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2" name="Freeform: Shape 551">
                <a:extLst>
                  <a:ext uri="{FF2B5EF4-FFF2-40B4-BE49-F238E27FC236}">
                    <a16:creationId xmlns:a16="http://schemas.microsoft.com/office/drawing/2014/main" id="{1346144A-3F06-91D6-90A5-CDF9E02BBDC8}"/>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3" name="Freeform: Shape 552">
                <a:extLst>
                  <a:ext uri="{FF2B5EF4-FFF2-40B4-BE49-F238E27FC236}">
                    <a16:creationId xmlns:a16="http://schemas.microsoft.com/office/drawing/2014/main" id="{B97C4F3B-44EA-0B60-79D0-F214B66DB02C}"/>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4" name="Freeform: Shape 553">
                <a:extLst>
                  <a:ext uri="{FF2B5EF4-FFF2-40B4-BE49-F238E27FC236}">
                    <a16:creationId xmlns:a16="http://schemas.microsoft.com/office/drawing/2014/main" id="{DA4B1351-6486-D181-72F4-947B201A4A5C}"/>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5" name="Freeform: Shape 554">
                <a:extLst>
                  <a:ext uri="{FF2B5EF4-FFF2-40B4-BE49-F238E27FC236}">
                    <a16:creationId xmlns:a16="http://schemas.microsoft.com/office/drawing/2014/main" id="{1096B673-6C3A-AF81-37C4-75E6D9E9140B}"/>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6" name="Freeform: Shape 555">
                <a:extLst>
                  <a:ext uri="{FF2B5EF4-FFF2-40B4-BE49-F238E27FC236}">
                    <a16:creationId xmlns:a16="http://schemas.microsoft.com/office/drawing/2014/main" id="{81623D1D-3C71-6526-2822-308FA88D5BAA}"/>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7" name="Freeform: Shape 556">
                <a:extLst>
                  <a:ext uri="{FF2B5EF4-FFF2-40B4-BE49-F238E27FC236}">
                    <a16:creationId xmlns:a16="http://schemas.microsoft.com/office/drawing/2014/main" id="{10E45160-C046-79C4-C770-F2493D61269C}"/>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8" name="Freeform: Shape 557">
                <a:extLst>
                  <a:ext uri="{FF2B5EF4-FFF2-40B4-BE49-F238E27FC236}">
                    <a16:creationId xmlns:a16="http://schemas.microsoft.com/office/drawing/2014/main" id="{A08ABB08-22EE-7082-0A2A-4D5A09FB4196}"/>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59" name="Freeform: Shape 558">
                <a:extLst>
                  <a:ext uri="{FF2B5EF4-FFF2-40B4-BE49-F238E27FC236}">
                    <a16:creationId xmlns:a16="http://schemas.microsoft.com/office/drawing/2014/main" id="{5B29C4AD-736F-3CBE-60ED-CA372003816A}"/>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0" name="Freeform: Shape 559">
                <a:extLst>
                  <a:ext uri="{FF2B5EF4-FFF2-40B4-BE49-F238E27FC236}">
                    <a16:creationId xmlns:a16="http://schemas.microsoft.com/office/drawing/2014/main" id="{96BF3FFF-32BD-5C55-9558-B04C3E77C90D}"/>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1" name="Freeform: Shape 560">
                <a:extLst>
                  <a:ext uri="{FF2B5EF4-FFF2-40B4-BE49-F238E27FC236}">
                    <a16:creationId xmlns:a16="http://schemas.microsoft.com/office/drawing/2014/main" id="{7FC01FBC-C1D2-4301-34D2-F42DE61C2B1C}"/>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2" name="Freeform: Shape 561">
                <a:extLst>
                  <a:ext uri="{FF2B5EF4-FFF2-40B4-BE49-F238E27FC236}">
                    <a16:creationId xmlns:a16="http://schemas.microsoft.com/office/drawing/2014/main" id="{3D177ABD-12D3-6959-AF53-F5212E9E62FA}"/>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3" name="Freeform: Shape 562">
                <a:extLst>
                  <a:ext uri="{FF2B5EF4-FFF2-40B4-BE49-F238E27FC236}">
                    <a16:creationId xmlns:a16="http://schemas.microsoft.com/office/drawing/2014/main" id="{462BD804-7071-492B-170F-48557D9803DF}"/>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4" name="Freeform: Shape 563">
                <a:extLst>
                  <a:ext uri="{FF2B5EF4-FFF2-40B4-BE49-F238E27FC236}">
                    <a16:creationId xmlns:a16="http://schemas.microsoft.com/office/drawing/2014/main" id="{60766E9D-8D82-9582-67C6-FC59780655A2}"/>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5" name="Freeform: Shape 564">
                <a:extLst>
                  <a:ext uri="{FF2B5EF4-FFF2-40B4-BE49-F238E27FC236}">
                    <a16:creationId xmlns:a16="http://schemas.microsoft.com/office/drawing/2014/main" id="{E06E6664-C414-40C9-451B-0A544693B028}"/>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6" name="Freeform: Shape 565">
                <a:extLst>
                  <a:ext uri="{FF2B5EF4-FFF2-40B4-BE49-F238E27FC236}">
                    <a16:creationId xmlns:a16="http://schemas.microsoft.com/office/drawing/2014/main" id="{55D26453-7E4C-D517-CAA2-1985C251BBE4}"/>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7" name="Freeform: Shape 566">
                <a:extLst>
                  <a:ext uri="{FF2B5EF4-FFF2-40B4-BE49-F238E27FC236}">
                    <a16:creationId xmlns:a16="http://schemas.microsoft.com/office/drawing/2014/main" id="{6C351D80-5148-608B-A97E-E1A507DD454E}"/>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8" name="Freeform: Shape 567">
                <a:extLst>
                  <a:ext uri="{FF2B5EF4-FFF2-40B4-BE49-F238E27FC236}">
                    <a16:creationId xmlns:a16="http://schemas.microsoft.com/office/drawing/2014/main" id="{C434F449-BB89-B9D4-70C0-9223847B719E}"/>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69" name="Freeform: Shape 568">
                <a:extLst>
                  <a:ext uri="{FF2B5EF4-FFF2-40B4-BE49-F238E27FC236}">
                    <a16:creationId xmlns:a16="http://schemas.microsoft.com/office/drawing/2014/main" id="{52ADE322-069A-5B6C-C41B-FEE41FBB95D0}"/>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0" name="Freeform: Shape 569">
                <a:extLst>
                  <a:ext uri="{FF2B5EF4-FFF2-40B4-BE49-F238E27FC236}">
                    <a16:creationId xmlns:a16="http://schemas.microsoft.com/office/drawing/2014/main" id="{3C763E20-5749-53DE-9CCF-5B83D5B1C28F}"/>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1" name="Freeform: Shape 570">
                <a:extLst>
                  <a:ext uri="{FF2B5EF4-FFF2-40B4-BE49-F238E27FC236}">
                    <a16:creationId xmlns:a16="http://schemas.microsoft.com/office/drawing/2014/main" id="{EBCAA70C-647E-75EE-6DF3-C04B1B5408E0}"/>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2" name="Freeform: Shape 571">
                <a:extLst>
                  <a:ext uri="{FF2B5EF4-FFF2-40B4-BE49-F238E27FC236}">
                    <a16:creationId xmlns:a16="http://schemas.microsoft.com/office/drawing/2014/main" id="{7A731DF5-84BB-7569-ED10-726DA19C05A3}"/>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3" name="Freeform: Shape 572">
                <a:extLst>
                  <a:ext uri="{FF2B5EF4-FFF2-40B4-BE49-F238E27FC236}">
                    <a16:creationId xmlns:a16="http://schemas.microsoft.com/office/drawing/2014/main" id="{B5B6829F-4B0E-76E5-7492-B67DBD6BF160}"/>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4" name="Freeform: Shape 573">
                <a:extLst>
                  <a:ext uri="{FF2B5EF4-FFF2-40B4-BE49-F238E27FC236}">
                    <a16:creationId xmlns:a16="http://schemas.microsoft.com/office/drawing/2014/main" id="{48386FA6-0E0F-30FF-9CEA-02014D271D78}"/>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5" name="Freeform: Shape 574">
                <a:extLst>
                  <a:ext uri="{FF2B5EF4-FFF2-40B4-BE49-F238E27FC236}">
                    <a16:creationId xmlns:a16="http://schemas.microsoft.com/office/drawing/2014/main" id="{B1EEC358-DCA1-8104-5BBA-743915EB1713}"/>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6" name="Freeform: Shape 575">
                <a:extLst>
                  <a:ext uri="{FF2B5EF4-FFF2-40B4-BE49-F238E27FC236}">
                    <a16:creationId xmlns:a16="http://schemas.microsoft.com/office/drawing/2014/main" id="{9C82777D-1D19-D067-F3BF-378FF9CC8EB2}"/>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7" name="Freeform: Shape 576">
                <a:extLst>
                  <a:ext uri="{FF2B5EF4-FFF2-40B4-BE49-F238E27FC236}">
                    <a16:creationId xmlns:a16="http://schemas.microsoft.com/office/drawing/2014/main" id="{71D03B6C-EAAB-3A6D-293E-F265E6DE5616}"/>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8" name="Freeform: Shape 577">
                <a:extLst>
                  <a:ext uri="{FF2B5EF4-FFF2-40B4-BE49-F238E27FC236}">
                    <a16:creationId xmlns:a16="http://schemas.microsoft.com/office/drawing/2014/main" id="{2E2B0652-43D8-9CA4-BB95-84F07813600A}"/>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79" name="Freeform: Shape 578">
                <a:extLst>
                  <a:ext uri="{FF2B5EF4-FFF2-40B4-BE49-F238E27FC236}">
                    <a16:creationId xmlns:a16="http://schemas.microsoft.com/office/drawing/2014/main" id="{00C5F111-4E28-C7A5-E84C-356F46AADC31}"/>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0" name="Freeform: Shape 579">
                <a:extLst>
                  <a:ext uri="{FF2B5EF4-FFF2-40B4-BE49-F238E27FC236}">
                    <a16:creationId xmlns:a16="http://schemas.microsoft.com/office/drawing/2014/main" id="{E56AE1C9-DBCB-85FC-9707-1A29EB65EB50}"/>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1" name="Freeform: Shape 580">
                <a:extLst>
                  <a:ext uri="{FF2B5EF4-FFF2-40B4-BE49-F238E27FC236}">
                    <a16:creationId xmlns:a16="http://schemas.microsoft.com/office/drawing/2014/main" id="{48B9D66C-FA72-B448-3364-35BC884DE376}"/>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2" name="Freeform: Shape 581">
                <a:extLst>
                  <a:ext uri="{FF2B5EF4-FFF2-40B4-BE49-F238E27FC236}">
                    <a16:creationId xmlns:a16="http://schemas.microsoft.com/office/drawing/2014/main" id="{721C69A6-78FF-6623-4EEA-7A8DA83D0F33}"/>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3" name="Freeform: Shape 582">
                <a:extLst>
                  <a:ext uri="{FF2B5EF4-FFF2-40B4-BE49-F238E27FC236}">
                    <a16:creationId xmlns:a16="http://schemas.microsoft.com/office/drawing/2014/main" id="{FCE1E676-A5E8-45DD-1C1E-2D967CE0E45D}"/>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4" name="Freeform: Shape 583">
                <a:extLst>
                  <a:ext uri="{FF2B5EF4-FFF2-40B4-BE49-F238E27FC236}">
                    <a16:creationId xmlns:a16="http://schemas.microsoft.com/office/drawing/2014/main" id="{99C79DF4-6630-9166-6484-17FD07821C07}"/>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5" name="Freeform: Shape 584">
                <a:extLst>
                  <a:ext uri="{FF2B5EF4-FFF2-40B4-BE49-F238E27FC236}">
                    <a16:creationId xmlns:a16="http://schemas.microsoft.com/office/drawing/2014/main" id="{9A3071AC-4435-0A8E-C37D-32AC6FB7FDEE}"/>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6" name="Freeform: Shape 585">
                <a:extLst>
                  <a:ext uri="{FF2B5EF4-FFF2-40B4-BE49-F238E27FC236}">
                    <a16:creationId xmlns:a16="http://schemas.microsoft.com/office/drawing/2014/main" id="{F2A34C97-FC90-5154-4C3C-EF3275117856}"/>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7" name="Freeform: Shape 586">
                <a:extLst>
                  <a:ext uri="{FF2B5EF4-FFF2-40B4-BE49-F238E27FC236}">
                    <a16:creationId xmlns:a16="http://schemas.microsoft.com/office/drawing/2014/main" id="{19357828-F979-1585-68F7-663EA668259D}"/>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8" name="Freeform: Shape 587">
                <a:extLst>
                  <a:ext uri="{FF2B5EF4-FFF2-40B4-BE49-F238E27FC236}">
                    <a16:creationId xmlns:a16="http://schemas.microsoft.com/office/drawing/2014/main" id="{C09CD4A3-6050-3103-B71D-3493FC4C9F9F}"/>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89" name="Freeform: Shape 588">
                <a:extLst>
                  <a:ext uri="{FF2B5EF4-FFF2-40B4-BE49-F238E27FC236}">
                    <a16:creationId xmlns:a16="http://schemas.microsoft.com/office/drawing/2014/main" id="{ECB3A4F4-0F56-5E1C-E8E9-E71C57181F09}"/>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0" name="Freeform: Shape 589">
                <a:extLst>
                  <a:ext uri="{FF2B5EF4-FFF2-40B4-BE49-F238E27FC236}">
                    <a16:creationId xmlns:a16="http://schemas.microsoft.com/office/drawing/2014/main" id="{CD9A2FE5-E272-4592-41DD-C276B62E5C72}"/>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1" name="Freeform: Shape 590">
                <a:extLst>
                  <a:ext uri="{FF2B5EF4-FFF2-40B4-BE49-F238E27FC236}">
                    <a16:creationId xmlns:a16="http://schemas.microsoft.com/office/drawing/2014/main" id="{110705AB-CB60-2C67-87BC-06299DC6EDD6}"/>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2" name="Freeform: Shape 591">
                <a:extLst>
                  <a:ext uri="{FF2B5EF4-FFF2-40B4-BE49-F238E27FC236}">
                    <a16:creationId xmlns:a16="http://schemas.microsoft.com/office/drawing/2014/main" id="{899A9A90-5D78-A6FD-F8C3-FE42E53C2E70}"/>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3" name="Freeform: Shape 592">
                <a:extLst>
                  <a:ext uri="{FF2B5EF4-FFF2-40B4-BE49-F238E27FC236}">
                    <a16:creationId xmlns:a16="http://schemas.microsoft.com/office/drawing/2014/main" id="{7AA608B5-CA81-5AED-72E1-CB7FC12BD6D4}"/>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4" name="Freeform: Shape 593">
                <a:extLst>
                  <a:ext uri="{FF2B5EF4-FFF2-40B4-BE49-F238E27FC236}">
                    <a16:creationId xmlns:a16="http://schemas.microsoft.com/office/drawing/2014/main" id="{5191ED85-4DD2-BC89-D9BC-155DFE1540D5}"/>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5" name="Freeform: Shape 594">
                <a:extLst>
                  <a:ext uri="{FF2B5EF4-FFF2-40B4-BE49-F238E27FC236}">
                    <a16:creationId xmlns:a16="http://schemas.microsoft.com/office/drawing/2014/main" id="{CC86C6A2-A09C-4753-9739-1E4B4E8A2A43}"/>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6" name="Freeform: Shape 595">
                <a:extLst>
                  <a:ext uri="{FF2B5EF4-FFF2-40B4-BE49-F238E27FC236}">
                    <a16:creationId xmlns:a16="http://schemas.microsoft.com/office/drawing/2014/main" id="{FF9B78D2-E7F2-1E4F-548C-EB047238725B}"/>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7" name="Freeform: Shape 596">
                <a:extLst>
                  <a:ext uri="{FF2B5EF4-FFF2-40B4-BE49-F238E27FC236}">
                    <a16:creationId xmlns:a16="http://schemas.microsoft.com/office/drawing/2014/main" id="{A628A279-D2D1-CA94-B22C-ADC417698C42}"/>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8" name="Freeform: Shape 597">
                <a:extLst>
                  <a:ext uri="{FF2B5EF4-FFF2-40B4-BE49-F238E27FC236}">
                    <a16:creationId xmlns:a16="http://schemas.microsoft.com/office/drawing/2014/main" id="{2FE977D8-06A2-219E-B0F3-7056A48D32C6}"/>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599" name="Freeform: Shape 598">
                <a:extLst>
                  <a:ext uri="{FF2B5EF4-FFF2-40B4-BE49-F238E27FC236}">
                    <a16:creationId xmlns:a16="http://schemas.microsoft.com/office/drawing/2014/main" id="{8C601A4D-1790-43E3-011C-2BCEB49C5807}"/>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0" name="Freeform: Shape 599">
                <a:extLst>
                  <a:ext uri="{FF2B5EF4-FFF2-40B4-BE49-F238E27FC236}">
                    <a16:creationId xmlns:a16="http://schemas.microsoft.com/office/drawing/2014/main" id="{46A723BD-CEE9-7A43-6BC3-2A605DC3ED99}"/>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1" name="Freeform: Shape 600">
                <a:extLst>
                  <a:ext uri="{FF2B5EF4-FFF2-40B4-BE49-F238E27FC236}">
                    <a16:creationId xmlns:a16="http://schemas.microsoft.com/office/drawing/2014/main" id="{8116F195-DBFD-6448-A857-A637FD5F6BAD}"/>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2" name="Freeform: Shape 601">
                <a:extLst>
                  <a:ext uri="{FF2B5EF4-FFF2-40B4-BE49-F238E27FC236}">
                    <a16:creationId xmlns:a16="http://schemas.microsoft.com/office/drawing/2014/main" id="{5352FC3A-43CE-A8FB-5BA2-DD37C117A7F9}"/>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3" name="Freeform: Shape 602">
                <a:extLst>
                  <a:ext uri="{FF2B5EF4-FFF2-40B4-BE49-F238E27FC236}">
                    <a16:creationId xmlns:a16="http://schemas.microsoft.com/office/drawing/2014/main" id="{79BE1AAE-0EAF-8220-16FB-40051FCD6B1F}"/>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4" name="Freeform: Shape 603">
                <a:extLst>
                  <a:ext uri="{FF2B5EF4-FFF2-40B4-BE49-F238E27FC236}">
                    <a16:creationId xmlns:a16="http://schemas.microsoft.com/office/drawing/2014/main" id="{6599963A-1692-0811-79B1-848A13649544}"/>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5" name="Freeform: Shape 604">
                <a:extLst>
                  <a:ext uri="{FF2B5EF4-FFF2-40B4-BE49-F238E27FC236}">
                    <a16:creationId xmlns:a16="http://schemas.microsoft.com/office/drawing/2014/main" id="{C4B12087-3AA7-6E56-DE30-400719DF3F8B}"/>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6" name="Freeform: Shape 605">
                <a:extLst>
                  <a:ext uri="{FF2B5EF4-FFF2-40B4-BE49-F238E27FC236}">
                    <a16:creationId xmlns:a16="http://schemas.microsoft.com/office/drawing/2014/main" id="{CD00EC43-2A4D-7769-33CA-394156E6E0BF}"/>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7" name="Freeform: Shape 606">
                <a:extLst>
                  <a:ext uri="{FF2B5EF4-FFF2-40B4-BE49-F238E27FC236}">
                    <a16:creationId xmlns:a16="http://schemas.microsoft.com/office/drawing/2014/main" id="{101F3776-D1CB-98E9-3B49-AD8A18E0F3CD}"/>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8" name="Freeform: Shape 607">
                <a:extLst>
                  <a:ext uri="{FF2B5EF4-FFF2-40B4-BE49-F238E27FC236}">
                    <a16:creationId xmlns:a16="http://schemas.microsoft.com/office/drawing/2014/main" id="{BC5138B7-D2AE-D2C7-46C1-4F1C6009D4B7}"/>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09" name="Freeform: Shape 608">
                <a:extLst>
                  <a:ext uri="{FF2B5EF4-FFF2-40B4-BE49-F238E27FC236}">
                    <a16:creationId xmlns:a16="http://schemas.microsoft.com/office/drawing/2014/main" id="{1F395DE1-502B-0EB3-55FC-86F8C04458AE}"/>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0" name="Freeform: Shape 609">
                <a:extLst>
                  <a:ext uri="{FF2B5EF4-FFF2-40B4-BE49-F238E27FC236}">
                    <a16:creationId xmlns:a16="http://schemas.microsoft.com/office/drawing/2014/main" id="{4F8DE14B-CFF2-BFBC-F874-916A343124D4}"/>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1" name="Freeform: Shape 610">
                <a:extLst>
                  <a:ext uri="{FF2B5EF4-FFF2-40B4-BE49-F238E27FC236}">
                    <a16:creationId xmlns:a16="http://schemas.microsoft.com/office/drawing/2014/main" id="{924846E2-43EF-03F4-9692-0EC1250CCBEB}"/>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2" name="Freeform: Shape 611">
                <a:extLst>
                  <a:ext uri="{FF2B5EF4-FFF2-40B4-BE49-F238E27FC236}">
                    <a16:creationId xmlns:a16="http://schemas.microsoft.com/office/drawing/2014/main" id="{BDBE5295-85D7-FFA3-1849-41B8F49BEDE3}"/>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3" name="Freeform: Shape 612">
                <a:extLst>
                  <a:ext uri="{FF2B5EF4-FFF2-40B4-BE49-F238E27FC236}">
                    <a16:creationId xmlns:a16="http://schemas.microsoft.com/office/drawing/2014/main" id="{61B3D1F0-3C93-CD3F-2251-7E5AE394EC04}"/>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4" name="Freeform: Shape 613">
                <a:extLst>
                  <a:ext uri="{FF2B5EF4-FFF2-40B4-BE49-F238E27FC236}">
                    <a16:creationId xmlns:a16="http://schemas.microsoft.com/office/drawing/2014/main" id="{CEB8CA02-6B66-65BB-6E54-DDA39054045F}"/>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5" name="Freeform: Shape 614">
                <a:extLst>
                  <a:ext uri="{FF2B5EF4-FFF2-40B4-BE49-F238E27FC236}">
                    <a16:creationId xmlns:a16="http://schemas.microsoft.com/office/drawing/2014/main" id="{AC0B922D-F4A3-77ED-0E1C-CABB9E0BE932}"/>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6" name="Freeform: Shape 615">
                <a:extLst>
                  <a:ext uri="{FF2B5EF4-FFF2-40B4-BE49-F238E27FC236}">
                    <a16:creationId xmlns:a16="http://schemas.microsoft.com/office/drawing/2014/main" id="{C50AE42B-8DFB-5CC8-6632-2A2F2B427BA6}"/>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7" name="Freeform: Shape 616">
                <a:extLst>
                  <a:ext uri="{FF2B5EF4-FFF2-40B4-BE49-F238E27FC236}">
                    <a16:creationId xmlns:a16="http://schemas.microsoft.com/office/drawing/2014/main" id="{644C78F8-2DB5-5309-CD4D-B0DEB73ABB7B}"/>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8" name="Freeform: Shape 617">
                <a:extLst>
                  <a:ext uri="{FF2B5EF4-FFF2-40B4-BE49-F238E27FC236}">
                    <a16:creationId xmlns:a16="http://schemas.microsoft.com/office/drawing/2014/main" id="{EF9EF4CD-CC3A-4406-CD29-F6C8D70AC5F4}"/>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19" name="Freeform: Shape 618">
                <a:extLst>
                  <a:ext uri="{FF2B5EF4-FFF2-40B4-BE49-F238E27FC236}">
                    <a16:creationId xmlns:a16="http://schemas.microsoft.com/office/drawing/2014/main" id="{F4527F76-C97B-69E8-30E4-A68D88C24047}"/>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0" name="Freeform: Shape 619">
                <a:extLst>
                  <a:ext uri="{FF2B5EF4-FFF2-40B4-BE49-F238E27FC236}">
                    <a16:creationId xmlns:a16="http://schemas.microsoft.com/office/drawing/2014/main" id="{4DDDC62F-BEF5-C740-EF36-F9EEA633870C}"/>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1" name="Freeform: Shape 620">
                <a:extLst>
                  <a:ext uri="{FF2B5EF4-FFF2-40B4-BE49-F238E27FC236}">
                    <a16:creationId xmlns:a16="http://schemas.microsoft.com/office/drawing/2014/main" id="{97DFFCFD-DF2C-6EBD-736E-E7B65E8FC527}"/>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2" name="Freeform: Shape 621">
                <a:extLst>
                  <a:ext uri="{FF2B5EF4-FFF2-40B4-BE49-F238E27FC236}">
                    <a16:creationId xmlns:a16="http://schemas.microsoft.com/office/drawing/2014/main" id="{C7CA837E-9FBD-2BEE-647B-02CE2B9997EB}"/>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3" name="Freeform: Shape 622">
                <a:extLst>
                  <a:ext uri="{FF2B5EF4-FFF2-40B4-BE49-F238E27FC236}">
                    <a16:creationId xmlns:a16="http://schemas.microsoft.com/office/drawing/2014/main" id="{5827DFAD-1B6A-8332-42A8-26C6B81CF145}"/>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4" name="Freeform: Shape 623">
                <a:extLst>
                  <a:ext uri="{FF2B5EF4-FFF2-40B4-BE49-F238E27FC236}">
                    <a16:creationId xmlns:a16="http://schemas.microsoft.com/office/drawing/2014/main" id="{356CA9F3-AE1D-E7C8-2A7C-B5A92957AA7B}"/>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5" name="Freeform: Shape 624">
                <a:extLst>
                  <a:ext uri="{FF2B5EF4-FFF2-40B4-BE49-F238E27FC236}">
                    <a16:creationId xmlns:a16="http://schemas.microsoft.com/office/drawing/2014/main" id="{E8C8C1F8-E3CB-2EB7-AEFB-2BC959FBB6CE}"/>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6" name="Freeform: Shape 625">
                <a:extLst>
                  <a:ext uri="{FF2B5EF4-FFF2-40B4-BE49-F238E27FC236}">
                    <a16:creationId xmlns:a16="http://schemas.microsoft.com/office/drawing/2014/main" id="{A7004B58-3E2C-9487-D581-BC4ECA7ABFFF}"/>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7" name="Freeform: Shape 626">
                <a:extLst>
                  <a:ext uri="{FF2B5EF4-FFF2-40B4-BE49-F238E27FC236}">
                    <a16:creationId xmlns:a16="http://schemas.microsoft.com/office/drawing/2014/main" id="{1DD7D3F8-C016-B46C-4B64-4AB48FBF1C67}"/>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8" name="Freeform: Shape 627">
                <a:extLst>
                  <a:ext uri="{FF2B5EF4-FFF2-40B4-BE49-F238E27FC236}">
                    <a16:creationId xmlns:a16="http://schemas.microsoft.com/office/drawing/2014/main" id="{8F68D74A-2A80-3836-BC0F-CC24C8281600}"/>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29" name="Freeform: Shape 628">
                <a:extLst>
                  <a:ext uri="{FF2B5EF4-FFF2-40B4-BE49-F238E27FC236}">
                    <a16:creationId xmlns:a16="http://schemas.microsoft.com/office/drawing/2014/main" id="{2D715B2B-F432-2C28-F01E-8E14AFD143D3}"/>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0" name="Freeform: Shape 629">
                <a:extLst>
                  <a:ext uri="{FF2B5EF4-FFF2-40B4-BE49-F238E27FC236}">
                    <a16:creationId xmlns:a16="http://schemas.microsoft.com/office/drawing/2014/main" id="{19181956-A738-F300-6428-FDB51FBB0049}"/>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1" name="Freeform: Shape 630">
                <a:extLst>
                  <a:ext uri="{FF2B5EF4-FFF2-40B4-BE49-F238E27FC236}">
                    <a16:creationId xmlns:a16="http://schemas.microsoft.com/office/drawing/2014/main" id="{4558C32A-D30D-7DDF-A3FE-04702889957F}"/>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2" name="Freeform: Shape 631">
                <a:extLst>
                  <a:ext uri="{FF2B5EF4-FFF2-40B4-BE49-F238E27FC236}">
                    <a16:creationId xmlns:a16="http://schemas.microsoft.com/office/drawing/2014/main" id="{4689AE13-E2C6-1FFB-F6C7-021F01FBFA4F}"/>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3" name="Freeform: Shape 632">
                <a:extLst>
                  <a:ext uri="{FF2B5EF4-FFF2-40B4-BE49-F238E27FC236}">
                    <a16:creationId xmlns:a16="http://schemas.microsoft.com/office/drawing/2014/main" id="{E4EEF762-BC02-71D2-28C7-5D6F54049304}"/>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4" name="Freeform: Shape 633">
                <a:extLst>
                  <a:ext uri="{FF2B5EF4-FFF2-40B4-BE49-F238E27FC236}">
                    <a16:creationId xmlns:a16="http://schemas.microsoft.com/office/drawing/2014/main" id="{469BA7E4-A5C5-E892-4FCD-2BEE0B78FBD0}"/>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5" name="Freeform: Shape 634">
                <a:extLst>
                  <a:ext uri="{FF2B5EF4-FFF2-40B4-BE49-F238E27FC236}">
                    <a16:creationId xmlns:a16="http://schemas.microsoft.com/office/drawing/2014/main" id="{E7EA5607-BE18-7E00-F8AB-A40412BA9C81}"/>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6" name="Freeform: Shape 635">
                <a:extLst>
                  <a:ext uri="{FF2B5EF4-FFF2-40B4-BE49-F238E27FC236}">
                    <a16:creationId xmlns:a16="http://schemas.microsoft.com/office/drawing/2014/main" id="{10DB9898-B422-BE47-53E6-C4B8AE4F3362}"/>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7" name="Freeform: Shape 636">
                <a:extLst>
                  <a:ext uri="{FF2B5EF4-FFF2-40B4-BE49-F238E27FC236}">
                    <a16:creationId xmlns:a16="http://schemas.microsoft.com/office/drawing/2014/main" id="{AC6EA318-4416-B538-1C10-A18E17189E9E}"/>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8" name="Freeform: Shape 637">
                <a:extLst>
                  <a:ext uri="{FF2B5EF4-FFF2-40B4-BE49-F238E27FC236}">
                    <a16:creationId xmlns:a16="http://schemas.microsoft.com/office/drawing/2014/main" id="{233AAF82-366D-4B32-B4BD-D18FBF5940E3}"/>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39" name="Freeform: Shape 638">
                <a:extLst>
                  <a:ext uri="{FF2B5EF4-FFF2-40B4-BE49-F238E27FC236}">
                    <a16:creationId xmlns:a16="http://schemas.microsoft.com/office/drawing/2014/main" id="{84865E8B-8B38-53AE-DFD0-61E76154164C}"/>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0" name="Freeform: Shape 639">
                <a:extLst>
                  <a:ext uri="{FF2B5EF4-FFF2-40B4-BE49-F238E27FC236}">
                    <a16:creationId xmlns:a16="http://schemas.microsoft.com/office/drawing/2014/main" id="{DDAB956E-CB10-FCB1-05E0-8FC27FDB4674}"/>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1" name="Freeform: Shape 640">
                <a:extLst>
                  <a:ext uri="{FF2B5EF4-FFF2-40B4-BE49-F238E27FC236}">
                    <a16:creationId xmlns:a16="http://schemas.microsoft.com/office/drawing/2014/main" id="{26462B56-CA66-12F4-2D51-63DE2C4DCD3F}"/>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2" name="Freeform: Shape 641">
                <a:extLst>
                  <a:ext uri="{FF2B5EF4-FFF2-40B4-BE49-F238E27FC236}">
                    <a16:creationId xmlns:a16="http://schemas.microsoft.com/office/drawing/2014/main" id="{4E5139C6-C1EB-FD82-4337-4D270331A8EE}"/>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3" name="Freeform: Shape 642">
                <a:extLst>
                  <a:ext uri="{FF2B5EF4-FFF2-40B4-BE49-F238E27FC236}">
                    <a16:creationId xmlns:a16="http://schemas.microsoft.com/office/drawing/2014/main" id="{B8BDE148-29D8-F505-4C92-BAD348187BD8}"/>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4" name="Freeform: Shape 643">
                <a:extLst>
                  <a:ext uri="{FF2B5EF4-FFF2-40B4-BE49-F238E27FC236}">
                    <a16:creationId xmlns:a16="http://schemas.microsoft.com/office/drawing/2014/main" id="{39858872-C83C-F2AC-58E2-C42FF5BA85D9}"/>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5" name="Freeform: Shape 644">
                <a:extLst>
                  <a:ext uri="{FF2B5EF4-FFF2-40B4-BE49-F238E27FC236}">
                    <a16:creationId xmlns:a16="http://schemas.microsoft.com/office/drawing/2014/main" id="{73A732E5-04C1-2120-9822-14029AEA40DC}"/>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6" name="Freeform: Shape 645">
                <a:extLst>
                  <a:ext uri="{FF2B5EF4-FFF2-40B4-BE49-F238E27FC236}">
                    <a16:creationId xmlns:a16="http://schemas.microsoft.com/office/drawing/2014/main" id="{CBA09FD1-4166-8618-1E88-A4EFECAC3416}"/>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7" name="Freeform: Shape 646">
                <a:extLst>
                  <a:ext uri="{FF2B5EF4-FFF2-40B4-BE49-F238E27FC236}">
                    <a16:creationId xmlns:a16="http://schemas.microsoft.com/office/drawing/2014/main" id="{D45D64AD-E20E-3D24-A7FF-651A3A88E93D}"/>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8" name="Freeform: Shape 647">
                <a:extLst>
                  <a:ext uri="{FF2B5EF4-FFF2-40B4-BE49-F238E27FC236}">
                    <a16:creationId xmlns:a16="http://schemas.microsoft.com/office/drawing/2014/main" id="{B4649853-D97A-2135-7E88-7C9FB84308F2}"/>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49" name="Freeform: Shape 648">
                <a:extLst>
                  <a:ext uri="{FF2B5EF4-FFF2-40B4-BE49-F238E27FC236}">
                    <a16:creationId xmlns:a16="http://schemas.microsoft.com/office/drawing/2014/main" id="{F22E0E3B-2242-1F19-C6BD-F67F59DF3DC0}"/>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0" name="Freeform: Shape 649">
                <a:extLst>
                  <a:ext uri="{FF2B5EF4-FFF2-40B4-BE49-F238E27FC236}">
                    <a16:creationId xmlns:a16="http://schemas.microsoft.com/office/drawing/2014/main" id="{951236A8-A774-89F5-7EBF-D49A797383A9}"/>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1" name="Freeform: Shape 650">
                <a:extLst>
                  <a:ext uri="{FF2B5EF4-FFF2-40B4-BE49-F238E27FC236}">
                    <a16:creationId xmlns:a16="http://schemas.microsoft.com/office/drawing/2014/main" id="{68E6B559-A639-F5AC-94D5-249B60B2362D}"/>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sp>
            <p:nvSpPr>
              <p:cNvPr id="652" name="Freeform: Shape 651">
                <a:extLst>
                  <a:ext uri="{FF2B5EF4-FFF2-40B4-BE49-F238E27FC236}">
                    <a16:creationId xmlns:a16="http://schemas.microsoft.com/office/drawing/2014/main" id="{B60E12F1-6E6E-2601-3136-97DD66D329D8}"/>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a:latin typeface="Arial" panose="020B0604020202020204" pitchFamily="34" charset="0"/>
                </a:endParaRPr>
              </a:p>
            </p:txBody>
          </p:sp>
        </p:grpSp>
        <p:sp>
          <p:nvSpPr>
            <p:cNvPr id="333" name="Rectangle 332">
              <a:extLst>
                <a:ext uri="{FF2B5EF4-FFF2-40B4-BE49-F238E27FC236}">
                  <a16:creationId xmlns:a16="http://schemas.microsoft.com/office/drawing/2014/main" id="{3DC1DB9E-FB40-4B3E-F324-7017F7FAF5C4}"/>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grpSp>
      <p:sp>
        <p:nvSpPr>
          <p:cNvPr id="10" name="Graphic 41">
            <a:extLst>
              <a:ext uri="{FF2B5EF4-FFF2-40B4-BE49-F238E27FC236}">
                <a16:creationId xmlns:a16="http://schemas.microsoft.com/office/drawing/2014/main" id="{815048A5-2AD6-73AF-4142-09D4B802C790}"/>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a:p>
        </p:txBody>
      </p:sp>
    </p:spTree>
    <p:extLst>
      <p:ext uri="{BB962C8B-B14F-4D97-AF65-F5344CB8AC3E}">
        <p14:creationId xmlns:p14="http://schemas.microsoft.com/office/powerpoint/2010/main" val="3980099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07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052F28-E0DB-49F9-84AC-E5A54A8467AF}"/>
              </a:ext>
            </a:extLst>
          </p:cNvPr>
          <p:cNvSpPr>
            <a:spLocks noGrp="1"/>
          </p:cNvSpPr>
          <p:nvPr>
            <p:ph type="title"/>
          </p:nvPr>
        </p:nvSpPr>
        <p:spPr>
          <a:xfrm>
            <a:off x="334963" y="409069"/>
            <a:ext cx="11520000" cy="659636"/>
          </a:xfrm>
          <a:prstGeom prst="rect">
            <a:avLst/>
          </a:prstGeom>
        </p:spPr>
        <p:txBody>
          <a:bodyPr vert="horz" lIns="0" tIns="0" rIns="0" bIns="0" rtlCol="0" anchor="b">
            <a:noAutofit/>
          </a:bodyPr>
          <a:lstStyle/>
          <a:p>
            <a:r>
              <a:rPr lang="en-US"/>
              <a:t>Click to add title (Arial 22 pt.)</a:t>
            </a:r>
            <a:endParaRPr lang="en-IN"/>
          </a:p>
        </p:txBody>
      </p:sp>
      <p:sp>
        <p:nvSpPr>
          <p:cNvPr id="3" name="Text Placeholder 2">
            <a:extLst>
              <a:ext uri="{FF2B5EF4-FFF2-40B4-BE49-F238E27FC236}">
                <a16:creationId xmlns:a16="http://schemas.microsoft.com/office/drawing/2014/main" id="{3A7F3866-6D8E-4369-A591-4B0EEF4816F7}"/>
              </a:ext>
            </a:extLst>
          </p:cNvPr>
          <p:cNvSpPr>
            <a:spLocks noGrp="1"/>
          </p:cNvSpPr>
          <p:nvPr>
            <p:ph type="body" idx="1"/>
          </p:nvPr>
        </p:nvSpPr>
        <p:spPr>
          <a:xfrm>
            <a:off x="334963" y="1278573"/>
            <a:ext cx="11520000" cy="5040000"/>
          </a:xfrm>
          <a:prstGeom prst="rect">
            <a:avLst/>
          </a:prstGeom>
        </p:spPr>
        <p:txBody>
          <a:bodyPr vert="horz" lIns="0" tIns="0" rIns="0" bIns="0" rtlCol="0">
            <a:normAutofit/>
          </a:bodyPr>
          <a:lstStyle/>
          <a:p>
            <a:r>
              <a:rPr lang="en-US"/>
              <a:t>Click to add text (Arial 16 pt.)</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69C90B1D-E700-4112-97E7-3E8F530A5841}"/>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a:p>
        </p:txBody>
      </p:sp>
      <p:sp>
        <p:nvSpPr>
          <p:cNvPr id="5" name="Footer Placeholder 4">
            <a:extLst>
              <a:ext uri="{FF2B5EF4-FFF2-40B4-BE49-F238E27FC236}">
                <a16:creationId xmlns:a16="http://schemas.microsoft.com/office/drawing/2014/main" id="{BBE4CCA6-8AC3-442F-8B3D-7F46B0DE6831}"/>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2026 ProcDNA</a:t>
            </a:r>
          </a:p>
        </p:txBody>
      </p:sp>
    </p:spTree>
    <p:extLst>
      <p:ext uri="{BB962C8B-B14F-4D97-AF65-F5344CB8AC3E}">
        <p14:creationId xmlns:p14="http://schemas.microsoft.com/office/powerpoint/2010/main" val="927466332"/>
      </p:ext>
    </p:extLst>
  </p:cSld>
  <p:clrMap bg1="lt1" tx1="dk1" bg2="lt2" tx2="dk2" accent1="accent1" accent2="accent2" accent3="accent3" accent4="accent4" accent5="accent5" accent6="accent6" hlink="hlink" folHlink="folHlink"/>
  <p:sldLayoutIdLst>
    <p:sldLayoutId id="2147483721" r:id="rId1"/>
    <p:sldLayoutId id="2147483733" r:id="rId2"/>
    <p:sldLayoutId id="2147483740" r:id="rId3"/>
    <p:sldLayoutId id="2147483738" r:id="rId4"/>
    <p:sldLayoutId id="2147483726" r:id="rId5"/>
    <p:sldLayoutId id="2147483728" r:id="rId6"/>
    <p:sldLayoutId id="2147483732" r:id="rId7"/>
    <p:sldLayoutId id="2147483739" r:id="rId8"/>
    <p:sldLayoutId id="2147483724" r:id="rId9"/>
    <p:sldLayoutId id="2147483731" r:id="rId10"/>
    <p:sldLayoutId id="2147483727" r:id="rId11"/>
  </p:sldLayoutIdLst>
  <p:hf hdr="0" dt="0"/>
  <p:txStyles>
    <p:titleStyle>
      <a:lvl1pPr algn="l" defTabSz="914400" rtl="0" eaLnBrk="1" latinLnBrk="0" hangingPunct="1">
        <a:lnSpc>
          <a:spcPct val="100000"/>
        </a:lnSpc>
        <a:spcBef>
          <a:spcPct val="0"/>
        </a:spcBef>
        <a:buNone/>
        <a:defRPr sz="2200" b="1" kern="1200" baseline="0">
          <a:solidFill>
            <a:schemeClr val="bg2"/>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600" kern="1200" dirty="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2pPr>
      <a:lvl3pPr marL="54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3pPr>
      <a:lvl4pPr marL="911225"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4pPr>
      <a:lvl5pPr marL="1090613"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j-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pos="7469" userDrawn="1">
          <p15:clr>
            <a:srgbClr val="F26B43"/>
          </p15:clr>
        </p15:guide>
        <p15:guide id="4" orient="horz" pos="674" userDrawn="1">
          <p15:clr>
            <a:srgbClr val="F26B43"/>
          </p15:clr>
        </p15:guide>
        <p15:guide id="5" orient="horz" pos="799"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C61BE43-7852-16C2-24CB-F3D18AB33B19}"/>
              </a:ext>
            </a:extLst>
          </p:cNvPr>
          <p:cNvSpPr>
            <a:spLocks noGrp="1"/>
          </p:cNvSpPr>
          <p:nvPr>
            <p:ph type="title"/>
          </p:nvPr>
        </p:nvSpPr>
        <p:spPr/>
        <p:txBody>
          <a:bodyPr wrap="square" lIns="0" tIns="0" rIns="0" bIns="0" anchor="b">
            <a:normAutofit/>
          </a:bodyPr>
          <a:lstStyle/>
          <a:p>
            <a:pPr algn="l">
              <a:lnSpc>
                <a:spcPct val="90000"/>
              </a:lnSpc>
              <a:spcAft>
                <a:spcPts val="100"/>
              </a:spcAft>
            </a:pPr>
            <a:r>
              <a:rPr lang="en-US" b="1" i="0" dirty="0">
                <a:solidFill>
                  <a:srgbClr val="001E96"/>
                </a:solidFill>
                <a:latin typeface="Arial"/>
              </a:rPr>
              <a:t>ProcDNA </a:t>
            </a:r>
            <a:r>
              <a:rPr b="1" i="0" dirty="0">
                <a:solidFill>
                  <a:srgbClr val="001E96"/>
                </a:solidFill>
                <a:latin typeface="Arial"/>
              </a:rPr>
              <a:t>Case Study: </a:t>
            </a:r>
            <a:br>
              <a:rPr lang="en-US" b="1" i="0" dirty="0">
                <a:solidFill>
                  <a:srgbClr val="001E96"/>
                </a:solidFill>
                <a:latin typeface="Arial"/>
              </a:rPr>
            </a:br>
            <a:r>
              <a:rPr lang="en-US" dirty="0" err="1">
                <a:solidFill>
                  <a:srgbClr val="001E96"/>
                </a:solidFill>
                <a:latin typeface="Arial"/>
              </a:rPr>
              <a:t>Nexavir</a:t>
            </a:r>
            <a:r>
              <a:rPr lang="en-US" dirty="0">
                <a:solidFill>
                  <a:srgbClr val="001E96"/>
                </a:solidFill>
                <a:latin typeface="Arial"/>
              </a:rPr>
              <a:t> | </a:t>
            </a:r>
            <a:r>
              <a:rPr lang="en-US" dirty="0" err="1">
                <a:solidFill>
                  <a:srgbClr val="001E96"/>
                </a:solidFill>
                <a:latin typeface="Arial"/>
              </a:rPr>
              <a:t>PrimeRx</a:t>
            </a:r>
            <a:r>
              <a:rPr lang="en-US" dirty="0">
                <a:solidFill>
                  <a:srgbClr val="001E96"/>
                </a:solidFill>
                <a:latin typeface="Arial"/>
              </a:rPr>
              <a:t> Flow</a:t>
            </a:r>
            <a:endParaRPr lang="en-IN" dirty="0"/>
          </a:p>
        </p:txBody>
      </p:sp>
      <p:sp>
        <p:nvSpPr>
          <p:cNvPr id="10" name="Text Placeholder 9">
            <a:extLst>
              <a:ext uri="{FF2B5EF4-FFF2-40B4-BE49-F238E27FC236}">
                <a16:creationId xmlns:a16="http://schemas.microsoft.com/office/drawing/2014/main" id="{97216CD8-971D-F82D-C66E-FDF497F73E0C}"/>
              </a:ext>
            </a:extLst>
          </p:cNvPr>
          <p:cNvSpPr>
            <a:spLocks noGrp="1"/>
          </p:cNvSpPr>
          <p:nvPr>
            <p:ph type="body" sz="quarter" idx="15"/>
          </p:nvPr>
        </p:nvSpPr>
        <p:spPr/>
        <p:txBody>
          <a:bodyPr/>
          <a:lstStyle/>
          <a:p>
            <a:r>
              <a:rPr lang="en-IN"/>
              <a:t>2026-27</a:t>
            </a:r>
          </a:p>
        </p:txBody>
      </p:sp>
      <p:sp>
        <p:nvSpPr>
          <p:cNvPr id="2" name="Text Placeholder 7">
            <a:extLst>
              <a:ext uri="{FF2B5EF4-FFF2-40B4-BE49-F238E27FC236}">
                <a16:creationId xmlns:a16="http://schemas.microsoft.com/office/drawing/2014/main" id="{66074257-3935-94F0-121B-B638A8A158E4}"/>
              </a:ext>
            </a:extLst>
          </p:cNvPr>
          <p:cNvSpPr txBox="1">
            <a:spLocks/>
          </p:cNvSpPr>
          <p:nvPr/>
        </p:nvSpPr>
        <p:spPr>
          <a:xfrm>
            <a:off x="334963" y="4161445"/>
            <a:ext cx="7457757" cy="315816"/>
          </a:xfrm>
          <a:prstGeom prst="rect">
            <a:avLst/>
          </a:prstGeom>
        </p:spPr>
        <p:txBody>
          <a:bodyPr vert="horz" lIns="0" tIns="0" rIns="0" bIns="0" rtlCol="0">
            <a:noAutofit/>
          </a:bodyPr>
          <a:lstStyle>
            <a:lvl1pPr marL="0" indent="0" algn="l" defTabSz="914400" rtl="0" eaLnBrk="1" latinLnBrk="0" hangingPunct="1">
              <a:lnSpc>
                <a:spcPct val="100000"/>
              </a:lnSpc>
              <a:spcBef>
                <a:spcPts val="200"/>
              </a:spcBef>
              <a:spcAft>
                <a:spcPts val="200"/>
              </a:spcAft>
              <a:buClr>
                <a:schemeClr val="bg2"/>
              </a:buClr>
              <a:buSzPct val="110000"/>
              <a:buFont typeface="Wingdings" panose="05000000000000000000" pitchFamily="2" charset="2"/>
              <a:buNone/>
              <a:defRPr lang="en-US" sz="1600" kern="120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2pPr>
            <a:lvl3pPr marL="54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j-lt"/>
                <a:ea typeface="+mn-ea"/>
                <a:cs typeface="Arial" panose="020B0604020202020204" pitchFamily="34" charset="0"/>
              </a:defRPr>
            </a:lvl3pPr>
            <a:lvl4pPr marL="911225"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4pPr>
            <a:lvl5pPr marL="1090613"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j-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t>Alert-to-Treatment &amp; Commercial Opportunity Analysis</a:t>
            </a:r>
          </a:p>
        </p:txBody>
      </p:sp>
    </p:spTree>
    <p:extLst>
      <p:ext uri="{BB962C8B-B14F-4D97-AF65-F5344CB8AC3E}">
        <p14:creationId xmlns:p14="http://schemas.microsoft.com/office/powerpoint/2010/main" val="2980132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4712E-FCFC-1920-BADC-C72CAED18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F75AC-D6FF-4B7F-3C80-ACA3E7E64ACA}"/>
              </a:ext>
            </a:extLst>
          </p:cNvPr>
          <p:cNvSpPr>
            <a:spLocks noGrp="1"/>
          </p:cNvSpPr>
          <p:nvPr>
            <p:ph type="title"/>
          </p:nvPr>
        </p:nvSpPr>
        <p:spPr/>
        <p:txBody>
          <a:bodyPr/>
          <a:lstStyle/>
          <a:p>
            <a:r>
              <a:rPr lang="en-US" dirty="0" err="1"/>
              <a:t>PrimeRx</a:t>
            </a:r>
            <a:r>
              <a:rPr lang="en-US" dirty="0"/>
              <a:t> Flow – Business &amp; Case Study Overview</a:t>
            </a:r>
            <a:endParaRPr lang="en-IN" dirty="0"/>
          </a:p>
        </p:txBody>
      </p:sp>
      <p:sp>
        <p:nvSpPr>
          <p:cNvPr id="3" name="Slide Number Placeholder 2">
            <a:extLst>
              <a:ext uri="{FF2B5EF4-FFF2-40B4-BE49-F238E27FC236}">
                <a16:creationId xmlns:a16="http://schemas.microsoft.com/office/drawing/2014/main" id="{21C5D669-568B-E60A-21F7-892A65855CF2}"/>
              </a:ext>
            </a:extLst>
          </p:cNvPr>
          <p:cNvSpPr>
            <a:spLocks noGrp="1"/>
          </p:cNvSpPr>
          <p:nvPr>
            <p:ph type="sldNum" sz="quarter" idx="4"/>
          </p:nvPr>
        </p:nvSpPr>
        <p:spPr/>
        <p:txBody>
          <a:bodyPr/>
          <a:lstStyle/>
          <a:p>
            <a:fld id="{611B2C2B-439E-457D-A75F-A794D509B660}" type="slidenum">
              <a:rPr lang="en-IN" smtClean="0"/>
              <a:pPr/>
              <a:t>2</a:t>
            </a:fld>
            <a:endParaRPr lang="en-IN"/>
          </a:p>
        </p:txBody>
      </p:sp>
      <p:sp>
        <p:nvSpPr>
          <p:cNvPr id="4" name="Footer Placeholder 3">
            <a:extLst>
              <a:ext uri="{FF2B5EF4-FFF2-40B4-BE49-F238E27FC236}">
                <a16:creationId xmlns:a16="http://schemas.microsoft.com/office/drawing/2014/main" id="{A30D92EA-B01E-50E8-0302-D558C34EFEB7}"/>
              </a:ext>
            </a:extLst>
          </p:cNvPr>
          <p:cNvSpPr>
            <a:spLocks noGrp="1"/>
          </p:cNvSpPr>
          <p:nvPr>
            <p:ph type="ftr" sz="quarter" idx="3"/>
          </p:nvPr>
        </p:nvSpPr>
        <p:spPr/>
        <p:txBody>
          <a:bodyPr/>
          <a:lstStyle/>
          <a:p>
            <a:r>
              <a:rPr lang="en-US"/>
              <a:t>© 2026 ProcDNA</a:t>
            </a:r>
          </a:p>
        </p:txBody>
      </p:sp>
      <p:sp>
        <p:nvSpPr>
          <p:cNvPr id="5" name="Text Placeholder 4">
            <a:extLst>
              <a:ext uri="{FF2B5EF4-FFF2-40B4-BE49-F238E27FC236}">
                <a16:creationId xmlns:a16="http://schemas.microsoft.com/office/drawing/2014/main" id="{7186EB4A-B627-B76A-5641-D1939CB3EE24}"/>
              </a:ext>
            </a:extLst>
          </p:cNvPr>
          <p:cNvSpPr>
            <a:spLocks noGrp="1"/>
          </p:cNvSpPr>
          <p:nvPr>
            <p:ph type="body" sz="quarter" idx="10"/>
          </p:nvPr>
        </p:nvSpPr>
        <p:spPr/>
        <p:txBody>
          <a:bodyPr/>
          <a:lstStyle/>
          <a:p>
            <a:endParaRPr lang="en-IN"/>
          </a:p>
        </p:txBody>
      </p:sp>
      <p:sp>
        <p:nvSpPr>
          <p:cNvPr id="8" name="Text 4">
            <a:extLst>
              <a:ext uri="{FF2B5EF4-FFF2-40B4-BE49-F238E27FC236}">
                <a16:creationId xmlns:a16="http://schemas.microsoft.com/office/drawing/2014/main" id="{9FED6A83-9EE3-A9E5-B2C1-FAC45ECD17D0}"/>
              </a:ext>
            </a:extLst>
          </p:cNvPr>
          <p:cNvSpPr/>
          <p:nvPr/>
        </p:nvSpPr>
        <p:spPr>
          <a:xfrm>
            <a:off x="334962" y="1322864"/>
            <a:ext cx="11520000" cy="4509772"/>
          </a:xfrm>
          <a:prstGeom prst="rect">
            <a:avLst/>
          </a:prstGeom>
          <a:noFill/>
          <a:ln/>
        </p:spPr>
        <p:txBody>
          <a:bodyPr wrap="square" rtlCol="0" anchor="t"/>
          <a:lstStyle/>
          <a:p>
            <a:pPr marL="285750" indent="-285750" algn="l">
              <a:spcBef>
                <a:spcPts val="400"/>
              </a:spcBef>
              <a:spcAft>
                <a:spcPts val="1200"/>
              </a:spcAft>
              <a:buClr>
                <a:schemeClr val="bg2"/>
              </a:buClr>
              <a:buFont typeface="Wingdings" panose="05000000000000000000" pitchFamily="2" charset="2"/>
              <a:buChar char="§"/>
            </a:pPr>
            <a:endParaRPr lang="en-US" sz="1600" dirty="0">
              <a:latin typeface="+mj-lt"/>
            </a:endParaRPr>
          </a:p>
        </p:txBody>
      </p:sp>
      <p:sp>
        <p:nvSpPr>
          <p:cNvPr id="9" name="Shape 7">
            <a:extLst>
              <a:ext uri="{FF2B5EF4-FFF2-40B4-BE49-F238E27FC236}">
                <a16:creationId xmlns:a16="http://schemas.microsoft.com/office/drawing/2014/main" id="{0A043ED0-1347-5F71-12D4-668BEED7A22C}"/>
              </a:ext>
            </a:extLst>
          </p:cNvPr>
          <p:cNvSpPr/>
          <p:nvPr/>
        </p:nvSpPr>
        <p:spPr>
          <a:xfrm>
            <a:off x="361523" y="1322864"/>
            <a:ext cx="11468955" cy="1716669"/>
          </a:xfrm>
          <a:prstGeom prst="rect">
            <a:avLst/>
          </a:prstGeom>
          <a:solidFill>
            <a:schemeClr val="accent1">
              <a:lumMod val="20000"/>
              <a:lumOff val="80000"/>
            </a:schemeClr>
          </a:solidFill>
          <a:ln w="12700">
            <a:noFill/>
            <a:prstDash val="solid"/>
          </a:ln>
          <a:effectLst>
            <a:outerShdw blurRad="101600" dist="38100" dir="8100000" algn="bl" rotWithShape="0">
              <a:srgbClr val="000000">
                <a:alpha val="12000"/>
              </a:srgbClr>
            </a:outerShdw>
          </a:effectLst>
        </p:spPr>
        <p:txBody>
          <a:bodyPr/>
          <a:lstStyle/>
          <a:p>
            <a:pPr>
              <a:spcBef>
                <a:spcPts val="400"/>
              </a:spcBef>
              <a:spcAft>
                <a:spcPts val="600"/>
              </a:spcAft>
              <a:buClr>
                <a:schemeClr val="bg2"/>
              </a:buClr>
            </a:pPr>
            <a:r>
              <a:rPr lang="en-US" b="1" dirty="0">
                <a:ea typeface="Calibri" pitchFamily="34" charset="-122"/>
                <a:cs typeface="Calibri" pitchFamily="34" charset="-120"/>
              </a:rPr>
              <a:t>Business Overview:</a:t>
            </a:r>
          </a:p>
          <a:p>
            <a:pPr marL="285750" indent="-285750">
              <a:spcBef>
                <a:spcPts val="400"/>
              </a:spcBef>
              <a:spcAft>
                <a:spcPts val="600"/>
              </a:spcAft>
              <a:buClr>
                <a:schemeClr val="bg2"/>
              </a:buClr>
              <a:buFont typeface="Wingdings" panose="05000000000000000000" pitchFamily="2" charset="2"/>
              <a:buChar char="§"/>
            </a:pPr>
            <a:r>
              <a:rPr lang="en-US" sz="1600" b="1" dirty="0" err="1">
                <a:ea typeface="Calibri" pitchFamily="34" charset="-122"/>
                <a:cs typeface="Calibri" pitchFamily="34" charset="-120"/>
              </a:rPr>
              <a:t>P</a:t>
            </a:r>
            <a:r>
              <a:rPr lang="en-US" sz="1500" b="1" dirty="0" err="1">
                <a:ea typeface="Calibri" pitchFamily="34" charset="-122"/>
                <a:cs typeface="Calibri" pitchFamily="34" charset="-120"/>
              </a:rPr>
              <a:t>rimeRx</a:t>
            </a:r>
            <a:r>
              <a:rPr lang="en-US" sz="1500" dirty="0">
                <a:ea typeface="Calibri" pitchFamily="34" charset="-122"/>
                <a:cs typeface="Calibri" pitchFamily="34" charset="-120"/>
              </a:rPr>
              <a:t> is a pharmaceutical company operating across the U.S. healthcare landscape, and its flagship product is </a:t>
            </a:r>
            <a:r>
              <a:rPr lang="en-US" sz="1500" b="1" dirty="0" err="1">
                <a:ea typeface="Calibri" pitchFamily="34" charset="-122"/>
                <a:cs typeface="Calibri" pitchFamily="34" charset="-120"/>
              </a:rPr>
              <a:t>Nexavir</a:t>
            </a:r>
            <a:r>
              <a:rPr lang="en-US" sz="1500" dirty="0">
                <a:ea typeface="Calibri" pitchFamily="34" charset="-122"/>
                <a:cs typeface="Calibri" pitchFamily="34" charset="-120"/>
              </a:rPr>
              <a:t> (DRG001), a treatment designed for high clinical need and broad prescriber adoption.</a:t>
            </a:r>
          </a:p>
          <a:p>
            <a:pPr marL="285750" indent="-285750">
              <a:spcBef>
                <a:spcPts val="400"/>
              </a:spcBef>
              <a:spcAft>
                <a:spcPts val="600"/>
              </a:spcAft>
              <a:buClr>
                <a:schemeClr val="bg2"/>
              </a:buClr>
              <a:buFont typeface="Wingdings" panose="05000000000000000000" pitchFamily="2" charset="2"/>
              <a:buChar char="§"/>
            </a:pPr>
            <a:r>
              <a:rPr lang="en-US" sz="1500" dirty="0">
                <a:ea typeface="Calibri" pitchFamily="34" charset="-122"/>
                <a:cs typeface="Calibri" pitchFamily="34" charset="-120"/>
              </a:rPr>
              <a:t>You have been assigned to analyze </a:t>
            </a:r>
            <a:r>
              <a:rPr lang="en-US" sz="1500" dirty="0" err="1">
                <a:ea typeface="Calibri" pitchFamily="34" charset="-122"/>
                <a:cs typeface="Calibri" pitchFamily="34" charset="-120"/>
              </a:rPr>
              <a:t>PrimeRx’s</a:t>
            </a:r>
            <a:r>
              <a:rPr lang="en-US" sz="1500" dirty="0">
                <a:ea typeface="Calibri" pitchFamily="34" charset="-122"/>
                <a:cs typeface="Calibri" pitchFamily="34" charset="-120"/>
              </a:rPr>
              <a:t> Rx flow, HCP, account, sales, and alert datasets collected over the last 18 months and provide recommendations to help the sales team act on the most valuable commercial opportunities.</a:t>
            </a:r>
          </a:p>
        </p:txBody>
      </p:sp>
      <p:sp>
        <p:nvSpPr>
          <p:cNvPr id="10" name="Shape 7">
            <a:extLst>
              <a:ext uri="{FF2B5EF4-FFF2-40B4-BE49-F238E27FC236}">
                <a16:creationId xmlns:a16="http://schemas.microsoft.com/office/drawing/2014/main" id="{1CEF7ABB-2AA5-153B-82C7-DAB15D588266}"/>
              </a:ext>
            </a:extLst>
          </p:cNvPr>
          <p:cNvSpPr/>
          <p:nvPr/>
        </p:nvSpPr>
        <p:spPr>
          <a:xfrm>
            <a:off x="361523" y="3298180"/>
            <a:ext cx="11468955" cy="2425299"/>
          </a:xfrm>
          <a:prstGeom prst="rect">
            <a:avLst/>
          </a:prstGeom>
          <a:solidFill>
            <a:schemeClr val="accent6">
              <a:lumMod val="20000"/>
              <a:lumOff val="80000"/>
            </a:schemeClr>
          </a:solidFill>
          <a:ln w="12700">
            <a:noFill/>
            <a:prstDash val="solid"/>
          </a:ln>
          <a:effectLst>
            <a:outerShdw blurRad="101600" dist="38100" dir="8100000" algn="bl" rotWithShape="0">
              <a:srgbClr val="000000">
                <a:alpha val="12000"/>
              </a:srgbClr>
            </a:outerShdw>
          </a:effectLst>
        </p:spPr>
        <p:txBody>
          <a:bodyPr/>
          <a:lstStyle/>
          <a:p>
            <a:pPr fontAlgn="t">
              <a:spcBef>
                <a:spcPts val="400"/>
              </a:spcBef>
              <a:spcAft>
                <a:spcPts val="600"/>
              </a:spcAft>
            </a:pPr>
            <a:r>
              <a:rPr lang="en-US" b="1" dirty="0"/>
              <a:t>Case Study Overview:</a:t>
            </a:r>
            <a:endParaRPr lang="en-US" sz="1600" dirty="0"/>
          </a:p>
          <a:p>
            <a:pPr fontAlgn="t"/>
            <a:r>
              <a:rPr lang="en-US" sz="1500" dirty="0"/>
              <a:t>This case study explores a pharma commercial analytics problem: </a:t>
            </a:r>
            <a:r>
              <a:rPr lang="en-US" sz="1500" b="1" dirty="0"/>
              <a:t>doctors (HCPs) are diagnosing patients who may need treatment, but not all of them are prescribing our drug</a:t>
            </a:r>
            <a:r>
              <a:rPr lang="en-US" sz="1500" dirty="0"/>
              <a:t>.</a:t>
            </a:r>
          </a:p>
          <a:p>
            <a:pPr fontAlgn="t"/>
            <a:endParaRPr lang="en-US" sz="1500" dirty="0"/>
          </a:p>
          <a:p>
            <a:pPr fontAlgn="t">
              <a:spcAft>
                <a:spcPts val="300"/>
              </a:spcAft>
            </a:pPr>
            <a:r>
              <a:rPr lang="en-US" sz="1500" dirty="0"/>
              <a:t>You will use clinical alert, doctor affiliation, and prescription sales data to identify:</a:t>
            </a:r>
          </a:p>
          <a:p>
            <a:pPr marL="285750" indent="-285750" fontAlgn="t">
              <a:buClr>
                <a:schemeClr val="bg2"/>
              </a:buClr>
              <a:buFont typeface="Wingdings" panose="05000000000000000000" pitchFamily="2" charset="2"/>
              <a:buChar char="§"/>
            </a:pPr>
            <a:r>
              <a:rPr lang="en-US" sz="1500" dirty="0"/>
              <a:t>HCPs and accounts with high prescription and alert activity</a:t>
            </a:r>
          </a:p>
          <a:p>
            <a:pPr marL="285750" indent="-285750" fontAlgn="t">
              <a:buClr>
                <a:schemeClr val="bg2"/>
              </a:buClr>
              <a:buFont typeface="Wingdings" panose="05000000000000000000" pitchFamily="2" charset="2"/>
              <a:buChar char="§"/>
            </a:pPr>
            <a:r>
              <a:rPr lang="en-US" sz="1500" dirty="0"/>
              <a:t>Doctors receiving strong clinical signals but writing few or no prescriptions</a:t>
            </a:r>
          </a:p>
          <a:p>
            <a:pPr marL="285750" indent="-285750" fontAlgn="t">
              <a:buClr>
                <a:schemeClr val="bg2"/>
              </a:buClr>
              <a:buFont typeface="Wingdings" panose="05000000000000000000" pitchFamily="2" charset="2"/>
              <a:buChar char="§"/>
            </a:pPr>
            <a:r>
              <a:rPr lang="en-US" sz="1500" dirty="0"/>
              <a:t>Accounts with low prescription activity relative to their doctor base</a:t>
            </a:r>
          </a:p>
          <a:p>
            <a:pPr marL="285750" indent="-285750" fontAlgn="t">
              <a:buClr>
                <a:schemeClr val="bg2"/>
              </a:buClr>
              <a:buFont typeface="Wingdings" panose="05000000000000000000" pitchFamily="2" charset="2"/>
              <a:buChar char="§"/>
            </a:pPr>
            <a:r>
              <a:rPr lang="en-US" sz="1500" dirty="0"/>
              <a:t>HCPs and accounts that should be prioritized by the sales team</a:t>
            </a:r>
          </a:p>
        </p:txBody>
      </p:sp>
      <p:sp>
        <p:nvSpPr>
          <p:cNvPr id="11" name="Shape 7">
            <a:extLst>
              <a:ext uri="{FF2B5EF4-FFF2-40B4-BE49-F238E27FC236}">
                <a16:creationId xmlns:a16="http://schemas.microsoft.com/office/drawing/2014/main" id="{4DAECD7C-6D85-DB97-F978-C052AD30A40C}"/>
              </a:ext>
            </a:extLst>
          </p:cNvPr>
          <p:cNvSpPr/>
          <p:nvPr/>
        </p:nvSpPr>
        <p:spPr>
          <a:xfrm>
            <a:off x="361523" y="5982126"/>
            <a:ext cx="11468955" cy="526218"/>
          </a:xfrm>
          <a:prstGeom prst="rect">
            <a:avLst/>
          </a:prstGeom>
          <a:solidFill>
            <a:schemeClr val="accent5">
              <a:lumMod val="20000"/>
              <a:lumOff val="80000"/>
            </a:schemeClr>
          </a:solidFill>
          <a:ln w="12700">
            <a:noFill/>
            <a:prstDash val="solid"/>
          </a:ln>
          <a:effectLst>
            <a:outerShdw blurRad="101600" dist="38100" dir="8100000" algn="bl" rotWithShape="0">
              <a:srgbClr val="000000">
                <a:alpha val="12000"/>
              </a:srgbClr>
            </a:outerShdw>
          </a:effectLst>
        </p:spPr>
        <p:txBody>
          <a:bodyPr/>
          <a:lstStyle/>
          <a:p>
            <a:pPr fontAlgn="t"/>
            <a:r>
              <a:rPr lang="en-US" sz="1500" dirty="0"/>
              <a:t>The goal is to connect </a:t>
            </a:r>
            <a:r>
              <a:rPr lang="en-US" sz="1500" b="1" dirty="0"/>
              <a:t>diagnostic activity </a:t>
            </a:r>
            <a:r>
              <a:rPr lang="en-US" sz="1500" dirty="0"/>
              <a:t>with </a:t>
            </a:r>
            <a:r>
              <a:rPr lang="en-US" sz="1500" b="1" dirty="0"/>
              <a:t>prescribing behavior </a:t>
            </a:r>
            <a:r>
              <a:rPr lang="en-US" sz="1500" dirty="0"/>
              <a:t>and translate the insights into a clear, data-driven action plan</a:t>
            </a:r>
          </a:p>
        </p:txBody>
      </p:sp>
    </p:spTree>
    <p:extLst>
      <p:ext uri="{BB962C8B-B14F-4D97-AF65-F5344CB8AC3E}">
        <p14:creationId xmlns:p14="http://schemas.microsoft.com/office/powerpoint/2010/main" val="81219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1014-8606-A105-4DC3-B4130EFCC2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71DBE4C-15E3-40FF-075B-9550AE92181C}"/>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lang="en-US" dirty="0" err="1">
                <a:solidFill>
                  <a:srgbClr val="001E96"/>
                </a:solidFill>
                <a:latin typeface="Arial"/>
              </a:rPr>
              <a:t>PrimeRx</a:t>
            </a:r>
            <a:r>
              <a:rPr lang="en-US" dirty="0">
                <a:solidFill>
                  <a:srgbClr val="001E96"/>
                </a:solidFill>
                <a:latin typeface="Arial"/>
              </a:rPr>
              <a:t> Flow</a:t>
            </a:r>
            <a:r>
              <a:rPr b="1" i="0" dirty="0">
                <a:solidFill>
                  <a:srgbClr val="001E96"/>
                </a:solidFill>
                <a:latin typeface="Arial"/>
              </a:rPr>
              <a:t> – </a:t>
            </a:r>
            <a:r>
              <a:rPr lang="en-US" b="1" i="0" dirty="0">
                <a:solidFill>
                  <a:srgbClr val="001E96"/>
                </a:solidFill>
                <a:latin typeface="Arial"/>
              </a:rPr>
              <a:t>Datasets Overview</a:t>
            </a:r>
            <a:endParaRPr b="1" i="0" dirty="0">
              <a:solidFill>
                <a:srgbClr val="001E96"/>
              </a:solidFill>
              <a:latin typeface="Arial"/>
            </a:endParaRPr>
          </a:p>
        </p:txBody>
      </p:sp>
      <p:sp>
        <p:nvSpPr>
          <p:cNvPr id="7" name="Text Placeholder 6">
            <a:extLst>
              <a:ext uri="{FF2B5EF4-FFF2-40B4-BE49-F238E27FC236}">
                <a16:creationId xmlns:a16="http://schemas.microsoft.com/office/drawing/2014/main" id="{C80B1B34-9A26-B84A-5A99-874E393EF7CC}"/>
              </a:ext>
            </a:extLst>
          </p:cNvPr>
          <p:cNvSpPr>
            <a:spLocks noGrp="1"/>
          </p:cNvSpPr>
          <p:nvPr>
            <p:ph type="body" sz="quarter" idx="10"/>
          </p:nvPr>
        </p:nvSpPr>
        <p:spPr/>
        <p:txBody>
          <a:bodyPr/>
          <a:lstStyle/>
          <a:p>
            <a:endParaRPr lang="en-IN"/>
          </a:p>
        </p:txBody>
      </p:sp>
      <p:sp>
        <p:nvSpPr>
          <p:cNvPr id="2" name="Footer Placeholder 4">
            <a:extLst>
              <a:ext uri="{FF2B5EF4-FFF2-40B4-BE49-F238E27FC236}">
                <a16:creationId xmlns:a16="http://schemas.microsoft.com/office/drawing/2014/main" id="{4B66254D-D5A3-D972-5143-DA52049C2708}"/>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graphicFrame>
        <p:nvGraphicFramePr>
          <p:cNvPr id="3" name="Table 2">
            <a:extLst>
              <a:ext uri="{FF2B5EF4-FFF2-40B4-BE49-F238E27FC236}">
                <a16:creationId xmlns:a16="http://schemas.microsoft.com/office/drawing/2014/main" id="{643A9154-1252-1846-19C5-B16F375F6BBC}"/>
              </a:ext>
            </a:extLst>
          </p:cNvPr>
          <p:cNvGraphicFramePr>
            <a:graphicFrameLocks noGrp="1"/>
          </p:cNvGraphicFramePr>
          <p:nvPr>
            <p:extLst>
              <p:ext uri="{D42A27DB-BD31-4B8C-83A1-F6EECF244321}">
                <p14:modId xmlns:p14="http://schemas.microsoft.com/office/powerpoint/2010/main" val="3452072672"/>
              </p:ext>
            </p:extLst>
          </p:nvPr>
        </p:nvGraphicFramePr>
        <p:xfrm>
          <a:off x="334963" y="3156937"/>
          <a:ext cx="11548466" cy="3249632"/>
        </p:xfrm>
        <a:graphic>
          <a:graphicData uri="http://schemas.openxmlformats.org/drawingml/2006/table">
            <a:tbl>
              <a:tblPr firstRow="1" firstCol="1">
                <a:tableStyleId>{18603FDC-E32A-4AB5-989C-0864C3EAD2B8}</a:tableStyleId>
              </a:tblPr>
              <a:tblGrid>
                <a:gridCol w="1235128">
                  <a:extLst>
                    <a:ext uri="{9D8B030D-6E8A-4147-A177-3AD203B41FA5}">
                      <a16:colId xmlns:a16="http://schemas.microsoft.com/office/drawing/2014/main" val="1237735663"/>
                    </a:ext>
                  </a:extLst>
                </a:gridCol>
                <a:gridCol w="1347656">
                  <a:extLst>
                    <a:ext uri="{9D8B030D-6E8A-4147-A177-3AD203B41FA5}">
                      <a16:colId xmlns:a16="http://schemas.microsoft.com/office/drawing/2014/main" val="4165463963"/>
                    </a:ext>
                  </a:extLst>
                </a:gridCol>
                <a:gridCol w="4258032">
                  <a:extLst>
                    <a:ext uri="{9D8B030D-6E8A-4147-A177-3AD203B41FA5}">
                      <a16:colId xmlns:a16="http://schemas.microsoft.com/office/drawing/2014/main" val="1070830579"/>
                    </a:ext>
                  </a:extLst>
                </a:gridCol>
                <a:gridCol w="4707650">
                  <a:extLst>
                    <a:ext uri="{9D8B030D-6E8A-4147-A177-3AD203B41FA5}">
                      <a16:colId xmlns:a16="http://schemas.microsoft.com/office/drawing/2014/main" val="1822781074"/>
                    </a:ext>
                  </a:extLst>
                </a:gridCol>
              </a:tblGrid>
              <a:tr h="279350">
                <a:tc>
                  <a:txBody>
                    <a:bodyPr/>
                    <a:lstStyle/>
                    <a:p>
                      <a:pPr algn="ctr">
                        <a:buNone/>
                      </a:pPr>
                      <a:r>
                        <a:rPr lang="en-US" sz="1200">
                          <a:solidFill>
                            <a:schemeClr val="bg1"/>
                          </a:solidFill>
                        </a:rPr>
                        <a:t>Dataset</a:t>
                      </a:r>
                    </a:p>
                  </a:txBody>
                  <a:tcPr marT="28358" marB="28358" anchor="ctr">
                    <a:solidFill>
                      <a:schemeClr val="bg2"/>
                    </a:solidFill>
                  </a:tcPr>
                </a:tc>
                <a:tc>
                  <a:txBody>
                    <a:bodyPr/>
                    <a:lstStyle/>
                    <a:p>
                      <a:pPr algn="ctr">
                        <a:buNone/>
                      </a:pPr>
                      <a:r>
                        <a:rPr lang="en-US" sz="1200">
                          <a:solidFill>
                            <a:schemeClr val="bg1"/>
                          </a:solidFill>
                        </a:rPr>
                        <a:t>Rows</a:t>
                      </a:r>
                    </a:p>
                  </a:txBody>
                  <a:tcPr marT="28358" marB="28358" anchor="ctr">
                    <a:solidFill>
                      <a:schemeClr val="bg2"/>
                    </a:solidFill>
                  </a:tcPr>
                </a:tc>
                <a:tc>
                  <a:txBody>
                    <a:bodyPr/>
                    <a:lstStyle/>
                    <a:p>
                      <a:pPr algn="ctr">
                        <a:buNone/>
                      </a:pPr>
                      <a:r>
                        <a:rPr lang="en-US" sz="1200">
                          <a:solidFill>
                            <a:schemeClr val="bg1"/>
                          </a:solidFill>
                        </a:rPr>
                        <a:t>Key Columns</a:t>
                      </a:r>
                    </a:p>
                  </a:txBody>
                  <a:tcPr marT="28358" marB="28358" anchor="ctr">
                    <a:solidFill>
                      <a:schemeClr val="bg2"/>
                    </a:solidFill>
                  </a:tcPr>
                </a:tc>
                <a:tc>
                  <a:txBody>
                    <a:bodyPr/>
                    <a:lstStyle/>
                    <a:p>
                      <a:pPr algn="ctr">
                        <a:buNone/>
                      </a:pPr>
                      <a:r>
                        <a:rPr lang="en-US" sz="1200" dirty="0">
                          <a:solidFill>
                            <a:schemeClr val="bg1"/>
                          </a:solidFill>
                        </a:rPr>
                        <a:t>Dataset Purpose</a:t>
                      </a:r>
                    </a:p>
                  </a:txBody>
                  <a:tcPr marT="28358" marB="28358" anchor="ctr">
                    <a:solidFill>
                      <a:schemeClr val="bg2"/>
                    </a:solidFill>
                  </a:tcPr>
                </a:tc>
                <a:extLst>
                  <a:ext uri="{0D108BD9-81ED-4DB2-BD59-A6C34878D82A}">
                    <a16:rowId xmlns:a16="http://schemas.microsoft.com/office/drawing/2014/main" val="364754117"/>
                  </a:ext>
                </a:extLst>
              </a:tr>
              <a:tr h="919020">
                <a:tc>
                  <a:txBody>
                    <a:bodyPr/>
                    <a:lstStyle/>
                    <a:p>
                      <a:pPr algn="ctr">
                        <a:buNone/>
                      </a:pPr>
                      <a:r>
                        <a:rPr lang="en-US" sz="1200">
                          <a:solidFill>
                            <a:sysClr val="windowText" lastClr="000000"/>
                          </a:solidFill>
                        </a:rPr>
                        <a:t>Alerts</a:t>
                      </a:r>
                    </a:p>
                  </a:txBody>
                  <a:tcPr marT="28358" marB="28358" anchor="ctr">
                    <a:lnR w="317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200">
                          <a:solidFill>
                            <a:sysClr val="windowText" lastClr="000000"/>
                          </a:solidFill>
                        </a:rPr>
                        <a:t>9,537</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200" dirty="0" err="1">
                          <a:solidFill>
                            <a:sysClr val="windowText" lastClr="000000"/>
                          </a:solidFill>
                        </a:rPr>
                        <a:t>Alert_ID</a:t>
                      </a:r>
                      <a:r>
                        <a:rPr lang="en-US" sz="1200" dirty="0">
                          <a:solidFill>
                            <a:sysClr val="windowText" lastClr="000000"/>
                          </a:solidFill>
                        </a:rPr>
                        <a:t> (unique alert), </a:t>
                      </a:r>
                    </a:p>
                    <a:p>
                      <a:pPr algn="l">
                        <a:buNone/>
                      </a:pPr>
                      <a:r>
                        <a:rPr lang="en-US" sz="1200" dirty="0" err="1">
                          <a:solidFill>
                            <a:sysClr val="windowText" lastClr="000000"/>
                          </a:solidFill>
                        </a:rPr>
                        <a:t>Alert_Date</a:t>
                      </a:r>
                      <a:r>
                        <a:rPr lang="en-US" sz="1200" dirty="0">
                          <a:solidFill>
                            <a:sysClr val="windowText" lastClr="000000"/>
                          </a:solidFill>
                        </a:rPr>
                        <a:t>, </a:t>
                      </a:r>
                    </a:p>
                    <a:p>
                      <a:pPr algn="l">
                        <a:buNone/>
                      </a:pPr>
                      <a:r>
                        <a:rPr lang="en-US" sz="1200" dirty="0">
                          <a:solidFill>
                            <a:sysClr val="windowText" lastClr="000000"/>
                          </a:solidFill>
                        </a:rPr>
                        <a:t>HCP_ID, </a:t>
                      </a:r>
                    </a:p>
                    <a:p>
                      <a:pPr algn="l">
                        <a:buNone/>
                      </a:pPr>
                      <a:r>
                        <a:rPr lang="en-US" sz="1200" dirty="0" err="1">
                          <a:solidFill>
                            <a:sysClr val="windowText" lastClr="000000"/>
                          </a:solidFill>
                        </a:rPr>
                        <a:t>Lab_Result</a:t>
                      </a:r>
                      <a:r>
                        <a:rPr lang="en-US" sz="1200" dirty="0">
                          <a:solidFill>
                            <a:sysClr val="windowText" lastClr="000000"/>
                          </a:solidFill>
                        </a:rPr>
                        <a:t> (positive/negative)</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1200" dirty="0">
                          <a:solidFill>
                            <a:sysClr val="windowText" lastClr="000000"/>
                          </a:solidFill>
                        </a:rPr>
                        <a:t>Clinical alerts tied to doctors indicating potential treatment need</a:t>
                      </a:r>
                    </a:p>
                  </a:txBody>
                  <a:tcPr marT="28358" marB="28358" anchor="ctr">
                    <a:lnL w="3175" cap="flat" cmpd="sng" algn="ctr">
                      <a:solidFill>
                        <a:schemeClr val="tx1"/>
                      </a:solidFill>
                      <a:prstDash val="solid"/>
                      <a:round/>
                      <a:headEnd type="none" w="med" len="med"/>
                      <a:tailEnd type="none" w="med" len="med"/>
                    </a:lnL>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1163897"/>
                  </a:ext>
                </a:extLst>
              </a:tr>
              <a:tr h="1345466">
                <a:tc>
                  <a:txBody>
                    <a:bodyPr/>
                    <a:lstStyle/>
                    <a:p>
                      <a:pPr algn="ctr">
                        <a:buNone/>
                      </a:pPr>
                      <a:r>
                        <a:rPr lang="en-US" sz="1200">
                          <a:solidFill>
                            <a:sysClr val="windowText" lastClr="000000"/>
                          </a:solidFill>
                        </a:rPr>
                        <a:t>Sales</a:t>
                      </a:r>
                    </a:p>
                  </a:txBody>
                  <a:tcPr marT="28358" marB="28358" anchor="ctr">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200" dirty="0">
                          <a:solidFill>
                            <a:sysClr val="windowText" lastClr="000000"/>
                          </a:solidFill>
                        </a:rPr>
                        <a:t>5,917</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200" dirty="0" err="1">
                          <a:solidFill>
                            <a:sysClr val="windowText" lastClr="000000"/>
                          </a:solidFill>
                        </a:rPr>
                        <a:t>Prescription_ID</a:t>
                      </a:r>
                      <a:r>
                        <a:rPr lang="en-US" sz="1200" dirty="0">
                          <a:solidFill>
                            <a:sysClr val="windowText" lastClr="000000"/>
                          </a:solidFill>
                        </a:rPr>
                        <a:t> (unique Rx event), </a:t>
                      </a:r>
                    </a:p>
                    <a:p>
                      <a:pPr algn="l">
                        <a:buNone/>
                      </a:pPr>
                      <a:r>
                        <a:rPr lang="en-US" sz="1200" dirty="0" err="1">
                          <a:solidFill>
                            <a:sysClr val="windowText" lastClr="000000"/>
                          </a:solidFill>
                        </a:rPr>
                        <a:t>Prescription_Date</a:t>
                      </a:r>
                      <a:r>
                        <a:rPr lang="en-US" sz="1200" dirty="0">
                          <a:solidFill>
                            <a:sysClr val="windowText" lastClr="000000"/>
                          </a:solidFill>
                        </a:rPr>
                        <a:t>, </a:t>
                      </a:r>
                    </a:p>
                    <a:p>
                      <a:pPr algn="l">
                        <a:buNone/>
                      </a:pPr>
                      <a:r>
                        <a:rPr lang="en-US" sz="1200" dirty="0">
                          <a:solidFill>
                            <a:sysClr val="windowText" lastClr="000000"/>
                          </a:solidFill>
                        </a:rPr>
                        <a:t>HCP_ID, </a:t>
                      </a:r>
                    </a:p>
                    <a:p>
                      <a:pPr algn="l">
                        <a:buNone/>
                      </a:pPr>
                      <a:r>
                        <a:rPr lang="en-US" sz="1200" dirty="0" err="1">
                          <a:solidFill>
                            <a:sysClr val="windowText" lastClr="000000"/>
                          </a:solidFill>
                        </a:rPr>
                        <a:t>Drug_Name</a:t>
                      </a:r>
                      <a:r>
                        <a:rPr lang="en-US" sz="1200" dirty="0">
                          <a:solidFill>
                            <a:sysClr val="windowText" lastClr="000000"/>
                          </a:solidFill>
                        </a:rPr>
                        <a:t>, </a:t>
                      </a:r>
                    </a:p>
                    <a:p>
                      <a:pPr algn="l">
                        <a:buNone/>
                      </a:pPr>
                      <a:r>
                        <a:rPr lang="en-US" sz="1200" dirty="0" err="1">
                          <a:solidFill>
                            <a:sysClr val="windowText" lastClr="000000"/>
                          </a:solidFill>
                        </a:rPr>
                        <a:t>Drug_ID</a:t>
                      </a:r>
                      <a:r>
                        <a:rPr lang="en-US" sz="1200" dirty="0">
                          <a:solidFill>
                            <a:sysClr val="windowText" lastClr="000000"/>
                          </a:solidFill>
                        </a:rPr>
                        <a:t>, </a:t>
                      </a:r>
                    </a:p>
                    <a:p>
                      <a:pPr algn="l">
                        <a:buNone/>
                      </a:pPr>
                      <a:r>
                        <a:rPr lang="en-US" sz="1200" dirty="0" err="1">
                          <a:solidFill>
                            <a:sysClr val="windowText" lastClr="000000"/>
                          </a:solidFill>
                        </a:rPr>
                        <a:t>Prescription_Volume</a:t>
                      </a:r>
                      <a:r>
                        <a:rPr lang="en-US" sz="1200" dirty="0">
                          <a:solidFill>
                            <a:sysClr val="windowText" lastClr="000000"/>
                          </a:solidFill>
                        </a:rPr>
                        <a:t> (units/scripts prescribed)</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1200" dirty="0">
                          <a:solidFill>
                            <a:sysClr val="windowText" lastClr="000000"/>
                          </a:solidFill>
                        </a:rPr>
                        <a:t>Prescription activity across doctors and drugs</a:t>
                      </a:r>
                    </a:p>
                  </a:txBody>
                  <a:tcPr marT="28358" marB="28358" anchor="ctr">
                    <a:lnL w="317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53875"/>
                  </a:ext>
                </a:extLst>
              </a:tr>
              <a:tr h="705796">
                <a:tc>
                  <a:txBody>
                    <a:bodyPr/>
                    <a:lstStyle/>
                    <a:p>
                      <a:pPr algn="ctr">
                        <a:buNone/>
                      </a:pPr>
                      <a:r>
                        <a:rPr lang="en-US" sz="1200">
                          <a:solidFill>
                            <a:sysClr val="windowText" lastClr="000000"/>
                          </a:solidFill>
                        </a:rPr>
                        <a:t>Affiliation</a:t>
                      </a:r>
                    </a:p>
                  </a:txBody>
                  <a:tcPr marT="28358" marB="28358" anchor="ctr">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algn="ctr">
                        <a:buNone/>
                      </a:pPr>
                      <a:r>
                        <a:rPr lang="en-US" sz="1200">
                          <a:solidFill>
                            <a:sysClr val="windowText" lastClr="000000"/>
                          </a:solidFill>
                        </a:rPr>
                        <a:t>216</a:t>
                      </a: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solidFill>
                      <a:schemeClr val="bg1"/>
                    </a:solidFill>
                  </a:tcPr>
                </a:tc>
                <a:tc>
                  <a:txBody>
                    <a:bodyPr/>
                    <a:lstStyle/>
                    <a:p>
                      <a:pPr algn="l">
                        <a:buNone/>
                      </a:pPr>
                      <a:r>
                        <a:rPr lang="en-US" sz="1200" dirty="0">
                          <a:solidFill>
                            <a:sysClr val="windowText" lastClr="000000"/>
                          </a:solidFill>
                        </a:rPr>
                        <a:t>HCP_ID, </a:t>
                      </a:r>
                    </a:p>
                    <a:p>
                      <a:pPr algn="l">
                        <a:buNone/>
                      </a:pPr>
                      <a:r>
                        <a:rPr lang="en-US" sz="1200" dirty="0" err="1">
                          <a:solidFill>
                            <a:sysClr val="windowText" lastClr="000000"/>
                          </a:solidFill>
                        </a:rPr>
                        <a:t>Account_ID</a:t>
                      </a:r>
                      <a:r>
                        <a:rPr lang="en-US" sz="1200" dirty="0">
                          <a:solidFill>
                            <a:sysClr val="windowText" lastClr="000000"/>
                          </a:solidFill>
                        </a:rPr>
                        <a:t>, </a:t>
                      </a:r>
                    </a:p>
                    <a:p>
                      <a:pPr algn="l">
                        <a:buNone/>
                      </a:pPr>
                      <a:r>
                        <a:rPr lang="en-US" sz="1200" dirty="0" err="1">
                          <a:solidFill>
                            <a:sysClr val="windowText" lastClr="000000"/>
                          </a:solidFill>
                        </a:rPr>
                        <a:t>Account_Name</a:t>
                      </a:r>
                      <a:endParaRPr lang="en-US" sz="1200" dirty="0">
                        <a:solidFill>
                          <a:sysClr val="windowText" lastClr="000000"/>
                        </a:solidFill>
                      </a:endParaRPr>
                    </a:p>
                  </a:txBody>
                  <a:tcPr marT="28358" marB="28358"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solidFill>
                      <a:schemeClr val="bg1"/>
                    </a:solidFill>
                  </a:tcPr>
                </a:tc>
                <a:tc>
                  <a:txBody>
                    <a:bodyPr/>
                    <a:lstStyle/>
                    <a:p>
                      <a:pPr algn="ctr">
                        <a:buNone/>
                      </a:pPr>
                      <a:r>
                        <a:rPr lang="en-US" sz="1200" dirty="0">
                          <a:solidFill>
                            <a:sysClr val="windowText" lastClr="000000"/>
                          </a:solidFill>
                        </a:rPr>
                        <a:t>Maps doctors to hospitals/clinics/accounts</a:t>
                      </a:r>
                    </a:p>
                  </a:txBody>
                  <a:tcPr marT="28358" marB="28358" anchor="ctr">
                    <a:lnL w="317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414542974"/>
                  </a:ext>
                </a:extLst>
              </a:tr>
            </a:tbl>
          </a:graphicData>
        </a:graphic>
      </p:graphicFrame>
      <p:sp>
        <p:nvSpPr>
          <p:cNvPr id="10" name="Rectangle 9">
            <a:extLst>
              <a:ext uri="{FF2B5EF4-FFF2-40B4-BE49-F238E27FC236}">
                <a16:creationId xmlns:a16="http://schemas.microsoft.com/office/drawing/2014/main" id="{57FEFD31-1238-9E69-5FFF-09AB77485BFA}"/>
              </a:ext>
            </a:extLst>
          </p:cNvPr>
          <p:cNvSpPr/>
          <p:nvPr/>
        </p:nvSpPr>
        <p:spPr>
          <a:xfrm>
            <a:off x="320040" y="1305813"/>
            <a:ext cx="11567160" cy="173742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300"/>
              </a:spcBef>
              <a:spcAft>
                <a:spcPts val="300"/>
              </a:spcAft>
            </a:pPr>
            <a:r>
              <a:rPr lang="en-GB" sz="1400" i="0" dirty="0">
                <a:solidFill>
                  <a:srgbClr val="000000"/>
                </a:solidFill>
                <a:latin typeface="Arial"/>
              </a:rPr>
              <a:t>You are provided with three datasets capturing different aspects of the patient treatment journey:</a:t>
            </a:r>
          </a:p>
          <a:p>
            <a:pPr marL="285750" indent="-285750">
              <a:spcBef>
                <a:spcPts val="300"/>
              </a:spcBef>
              <a:spcAft>
                <a:spcPts val="300"/>
              </a:spcAft>
              <a:buFont typeface="Wingdings" panose="05000000000000000000" pitchFamily="2" charset="2"/>
              <a:buChar char="§"/>
            </a:pPr>
            <a:r>
              <a:rPr lang="en-GB" sz="1400" b="1" i="0" dirty="0">
                <a:solidFill>
                  <a:srgbClr val="000000"/>
                </a:solidFill>
                <a:latin typeface="Arial"/>
              </a:rPr>
              <a:t>Alerts</a:t>
            </a:r>
            <a:r>
              <a:rPr lang="en-GB" sz="1400" i="0" dirty="0">
                <a:solidFill>
                  <a:srgbClr val="000000"/>
                </a:solidFill>
                <a:latin typeface="Arial"/>
              </a:rPr>
              <a:t>: </a:t>
            </a:r>
            <a:r>
              <a:rPr lang="en-GB" sz="1400" i="0" dirty="0">
                <a:solidFill>
                  <a:srgbClr val="FF0000"/>
                </a:solidFill>
                <a:latin typeface="Arial"/>
              </a:rPr>
              <a:t>Clinical signals indicating potential treatment need at the doctor level</a:t>
            </a:r>
          </a:p>
          <a:p>
            <a:pPr marL="285750" indent="-285750">
              <a:spcBef>
                <a:spcPts val="300"/>
              </a:spcBef>
              <a:spcAft>
                <a:spcPts val="300"/>
              </a:spcAft>
              <a:buFont typeface="Wingdings" panose="05000000000000000000" pitchFamily="2" charset="2"/>
              <a:buChar char="§"/>
            </a:pPr>
            <a:r>
              <a:rPr lang="en-GB" sz="1400" b="1" i="0" dirty="0">
                <a:solidFill>
                  <a:srgbClr val="000000"/>
                </a:solidFill>
                <a:latin typeface="Arial"/>
              </a:rPr>
              <a:t>Sales</a:t>
            </a:r>
            <a:r>
              <a:rPr lang="en-GB" sz="1400" i="0" dirty="0">
                <a:solidFill>
                  <a:srgbClr val="000000"/>
                </a:solidFill>
                <a:latin typeface="Arial"/>
              </a:rPr>
              <a:t>: </a:t>
            </a:r>
            <a:r>
              <a:rPr lang="en-GB" sz="1400" i="0" dirty="0">
                <a:solidFill>
                  <a:srgbClr val="FFC000"/>
                </a:solidFill>
                <a:latin typeface="Arial"/>
              </a:rPr>
              <a:t>Prescription activity across doctors and therapies</a:t>
            </a:r>
          </a:p>
          <a:p>
            <a:pPr marL="285750" indent="-285750">
              <a:spcBef>
                <a:spcPts val="300"/>
              </a:spcBef>
              <a:spcAft>
                <a:spcPts val="300"/>
              </a:spcAft>
              <a:buFont typeface="Wingdings" panose="05000000000000000000" pitchFamily="2" charset="2"/>
              <a:buChar char="§"/>
            </a:pPr>
            <a:r>
              <a:rPr lang="en-GB" sz="1400" b="1" i="0" dirty="0">
                <a:solidFill>
                  <a:srgbClr val="000000"/>
                </a:solidFill>
                <a:latin typeface="Arial"/>
              </a:rPr>
              <a:t>Affiliation</a:t>
            </a:r>
            <a:r>
              <a:rPr lang="en-GB" sz="1400" i="0" dirty="0">
                <a:solidFill>
                  <a:srgbClr val="000000"/>
                </a:solidFill>
                <a:latin typeface="Arial"/>
              </a:rPr>
              <a:t>: </a:t>
            </a:r>
            <a:r>
              <a:rPr lang="en-GB" sz="1400" i="0" dirty="0">
                <a:solidFill>
                  <a:srgbClr val="007ECC"/>
                </a:solidFill>
                <a:latin typeface="Arial"/>
              </a:rPr>
              <a:t>Mapping of doctors to hospitals/healthcare accounts</a:t>
            </a:r>
          </a:p>
          <a:p>
            <a:pPr>
              <a:spcBef>
                <a:spcPts val="300"/>
              </a:spcBef>
              <a:spcAft>
                <a:spcPts val="300"/>
              </a:spcAft>
            </a:pPr>
            <a:r>
              <a:rPr lang="en-GB" sz="1400" i="0" dirty="0">
                <a:solidFill>
                  <a:srgbClr val="000000"/>
                </a:solidFill>
                <a:latin typeface="Arial"/>
              </a:rPr>
              <a:t>These datasets can be linked using </a:t>
            </a:r>
            <a:r>
              <a:rPr lang="en-GB" sz="1400" b="1" i="0" dirty="0">
                <a:solidFill>
                  <a:srgbClr val="000000"/>
                </a:solidFill>
                <a:highlight>
                  <a:srgbClr val="00FF00"/>
                </a:highlight>
                <a:latin typeface="Arial"/>
              </a:rPr>
              <a:t>HCP_ID</a:t>
            </a:r>
            <a:r>
              <a:rPr lang="en-GB" sz="1400" i="0" dirty="0">
                <a:solidFill>
                  <a:srgbClr val="000000"/>
                </a:solidFill>
                <a:latin typeface="Arial"/>
              </a:rPr>
              <a:t>. Your </a:t>
            </a:r>
            <a:r>
              <a:rPr lang="en-GB" sz="1400" i="0" dirty="0">
                <a:solidFill>
                  <a:srgbClr val="000000"/>
                </a:solidFill>
                <a:highlight>
                  <a:srgbClr val="FF0000"/>
                </a:highlight>
                <a:latin typeface="Arial"/>
              </a:rPr>
              <a:t>task</a:t>
            </a:r>
            <a:r>
              <a:rPr lang="en-GB" sz="1400" i="0" dirty="0">
                <a:solidFill>
                  <a:srgbClr val="000000"/>
                </a:solidFill>
                <a:latin typeface="Arial"/>
              </a:rPr>
              <a:t> is </a:t>
            </a:r>
            <a:r>
              <a:rPr lang="en-GB" sz="1400" i="0" dirty="0">
                <a:solidFill>
                  <a:srgbClr val="000000"/>
                </a:solidFill>
                <a:highlight>
                  <a:srgbClr val="FF0000"/>
                </a:highlight>
                <a:latin typeface="Arial"/>
              </a:rPr>
              <a:t>to connect clinical activity with prescribing </a:t>
            </a:r>
            <a:r>
              <a:rPr lang="en-GB" sz="1400" i="0" dirty="0" err="1">
                <a:solidFill>
                  <a:srgbClr val="000000"/>
                </a:solidFill>
                <a:highlight>
                  <a:srgbClr val="FF0000"/>
                </a:highlight>
                <a:latin typeface="Arial"/>
              </a:rPr>
              <a:t>behavior</a:t>
            </a:r>
            <a:r>
              <a:rPr lang="en-GB" sz="1400" i="0" dirty="0">
                <a:solidFill>
                  <a:srgbClr val="000000"/>
                </a:solidFill>
                <a:highlight>
                  <a:srgbClr val="FF0000"/>
                </a:highlight>
                <a:latin typeface="Arial"/>
              </a:rPr>
              <a:t> to identify missed opportunities and recommend actionable strategies for the commercial team</a:t>
            </a:r>
            <a:r>
              <a:rPr lang="en-GB" sz="1400" i="0" dirty="0">
                <a:solidFill>
                  <a:srgbClr val="000000"/>
                </a:solidFill>
                <a:latin typeface="Arial"/>
              </a:rPr>
              <a:t>.</a:t>
            </a:r>
            <a:endParaRPr lang="en-US" sz="1400" i="0" dirty="0">
              <a:solidFill>
                <a:srgbClr val="000000"/>
              </a:solidFill>
              <a:latin typeface="Arial"/>
            </a:endParaRPr>
          </a:p>
        </p:txBody>
      </p:sp>
      <p:sp>
        <p:nvSpPr>
          <p:cNvPr id="4" name="Slide Number Placeholder 3">
            <a:extLst>
              <a:ext uri="{FF2B5EF4-FFF2-40B4-BE49-F238E27FC236}">
                <a16:creationId xmlns:a16="http://schemas.microsoft.com/office/drawing/2014/main" id="{5A84545B-8BBA-E05E-86D7-A7366E2FC2E3}"/>
              </a:ext>
            </a:extLst>
          </p:cNvPr>
          <p:cNvSpPr>
            <a:spLocks noGrp="1"/>
          </p:cNvSpPr>
          <p:nvPr>
            <p:ph type="sldNum" sz="quarter" idx="4"/>
          </p:nvPr>
        </p:nvSpPr>
        <p:spPr/>
        <p:txBody>
          <a:bodyPr/>
          <a:lstStyle/>
          <a:p>
            <a:fld id="{611B2C2B-439E-457D-A75F-A794D509B660}" type="slidenum">
              <a:rPr lang="en-IN" smtClean="0"/>
              <a:pPr/>
              <a:t>3</a:t>
            </a:fld>
            <a:endParaRPr lang="en-IN"/>
          </a:p>
        </p:txBody>
      </p:sp>
    </p:spTree>
    <p:extLst>
      <p:ext uri="{BB962C8B-B14F-4D97-AF65-F5344CB8AC3E}">
        <p14:creationId xmlns:p14="http://schemas.microsoft.com/office/powerpoint/2010/main" val="272307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AAA260-664F-7A28-CFD2-A822A3AD7F61}"/>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dirty="0">
                <a:solidFill>
                  <a:srgbClr val="001E96"/>
                </a:solidFill>
                <a:latin typeface="Arial"/>
              </a:rPr>
              <a:t>Question 1: </a:t>
            </a:r>
            <a:r>
              <a:rPr b="1" i="0" dirty="0">
                <a:solidFill>
                  <a:srgbClr val="001E96"/>
                </a:solidFill>
                <a:highlight>
                  <a:srgbClr val="FF0000"/>
                </a:highlight>
                <a:latin typeface="Arial"/>
              </a:rPr>
              <a:t>Who are the most active doctors and are they helping our product?</a:t>
            </a:r>
          </a:p>
        </p:txBody>
      </p:sp>
      <p:sp>
        <p:nvSpPr>
          <p:cNvPr id="12" name="Footer Placeholder 4">
            <a:extLst>
              <a:ext uri="{FF2B5EF4-FFF2-40B4-BE49-F238E27FC236}">
                <a16:creationId xmlns:a16="http://schemas.microsoft.com/office/drawing/2014/main" id="{5C4C255C-0CBC-59E1-F4B1-51710CE186E6}"/>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7869D89F-CF9A-3587-9E80-B537C5748183}"/>
              </a:ext>
            </a:extLst>
          </p:cNvPr>
          <p:cNvSpPr>
            <a:spLocks noGrp="1"/>
          </p:cNvSpPr>
          <p:nvPr>
            <p:ph type="sldNum" sz="quarter" idx="4"/>
          </p:nvPr>
        </p:nvSpPr>
        <p:spPr/>
        <p:txBody>
          <a:bodyPr/>
          <a:lstStyle/>
          <a:p>
            <a:fld id="{611B2C2B-439E-457D-A75F-A794D509B660}" type="slidenum">
              <a:rPr lang="en-IN" smtClean="0"/>
              <a:pPr/>
              <a:t>4</a:t>
            </a:fld>
            <a:endParaRPr lang="en-IN"/>
          </a:p>
        </p:txBody>
      </p:sp>
      <p:sp>
        <p:nvSpPr>
          <p:cNvPr id="14" name="Rectangle 13"/>
          <p:cNvSpPr/>
          <p:nvPr/>
        </p:nvSpPr>
        <p:spPr>
          <a:xfrm>
            <a:off x="320040" y="1235086"/>
            <a:ext cx="11567160" cy="1579476"/>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300"/>
              </a:spcBef>
              <a:spcAft>
                <a:spcPts val="300"/>
              </a:spcAft>
            </a:pPr>
            <a:r>
              <a:rPr sz="1400" b="0" i="0" dirty="0">
                <a:solidFill>
                  <a:srgbClr val="000000"/>
                </a:solidFill>
                <a:latin typeface="Arial"/>
              </a:rPr>
              <a:t>Your starting universe is only the doctors who appear in the </a:t>
            </a:r>
            <a:r>
              <a:rPr sz="1400" b="1" i="0" dirty="0">
                <a:solidFill>
                  <a:srgbClr val="000000"/>
                </a:solidFill>
                <a:latin typeface="Arial"/>
              </a:rPr>
              <a:t>Alerts</a:t>
            </a:r>
            <a:r>
              <a:rPr sz="1400" b="0" i="0" dirty="0">
                <a:solidFill>
                  <a:srgbClr val="000000"/>
                </a:solidFill>
                <a:latin typeface="Arial"/>
              </a:rPr>
              <a:t> dataset i.e., doctors for whom at least one alert has been generated. </a:t>
            </a:r>
            <a:r>
              <a:rPr sz="1400" b="0" i="0" dirty="0">
                <a:solidFill>
                  <a:srgbClr val="000000"/>
                </a:solidFill>
                <a:highlight>
                  <a:srgbClr val="808000"/>
                </a:highlight>
                <a:latin typeface="Arial"/>
              </a:rPr>
              <a:t>Do not include any doctor who has no alert record.</a:t>
            </a:r>
            <a:endParaRPr lang="en-US" sz="1400" dirty="0">
              <a:solidFill>
                <a:srgbClr val="000000"/>
              </a:solidFill>
              <a:highlight>
                <a:srgbClr val="808000"/>
              </a:highlight>
              <a:latin typeface="Arial"/>
            </a:endParaRPr>
          </a:p>
          <a:p>
            <a:pPr>
              <a:spcBef>
                <a:spcPts val="300"/>
              </a:spcBef>
              <a:spcAft>
                <a:spcPts val="300"/>
              </a:spcAft>
            </a:pPr>
            <a:r>
              <a:rPr sz="1400" b="0" i="0" dirty="0">
                <a:solidFill>
                  <a:srgbClr val="000000"/>
                </a:solidFill>
                <a:highlight>
                  <a:srgbClr val="FFFF00"/>
                </a:highlight>
                <a:latin typeface="Arial"/>
              </a:rPr>
              <a:t>From this universe, produce two separate Top 10 lists using two different ranking metrics:</a:t>
            </a:r>
            <a:endParaRPr lang="en-US" sz="1400" dirty="0">
              <a:solidFill>
                <a:srgbClr val="000000"/>
              </a:solidFill>
              <a:highlight>
                <a:srgbClr val="FFFF00"/>
              </a:highlight>
              <a:latin typeface="Arial"/>
            </a:endParaRPr>
          </a:p>
          <a:p>
            <a:pPr marL="285750" indent="-285750">
              <a:spcBef>
                <a:spcPts val="300"/>
              </a:spcBef>
              <a:spcAft>
                <a:spcPts val="300"/>
              </a:spcAft>
              <a:buClr>
                <a:schemeClr val="bg2"/>
              </a:buClr>
              <a:buFont typeface="Wingdings" panose="05000000000000000000" pitchFamily="2" charset="2"/>
              <a:buChar char="§"/>
            </a:pPr>
            <a:r>
              <a:rPr sz="1400" b="1" i="0" dirty="0">
                <a:solidFill>
                  <a:srgbClr val="000000"/>
                </a:solidFill>
                <a:latin typeface="Arial"/>
              </a:rPr>
              <a:t>Ranking 1</a:t>
            </a:r>
            <a:r>
              <a:rPr lang="en-US" sz="1400" b="1" i="0" dirty="0">
                <a:solidFill>
                  <a:srgbClr val="000000"/>
                </a:solidFill>
                <a:latin typeface="Arial"/>
              </a:rPr>
              <a:t> </a:t>
            </a:r>
            <a:r>
              <a:rPr lang="en-US" sz="1400" b="1" i="0" dirty="0">
                <a:solidFill>
                  <a:srgbClr val="000000"/>
                </a:solidFill>
                <a:highlight>
                  <a:srgbClr val="00FF00"/>
                </a:highlight>
                <a:latin typeface="Arial"/>
              </a:rPr>
              <a:t>- </a:t>
            </a:r>
            <a:r>
              <a:rPr sz="1400" b="1" i="0" dirty="0">
                <a:solidFill>
                  <a:srgbClr val="000000"/>
                </a:solidFill>
                <a:highlight>
                  <a:srgbClr val="00FF00"/>
                </a:highlight>
                <a:latin typeface="Arial"/>
              </a:rPr>
              <a:t>Top 10 by Alert Volume</a:t>
            </a:r>
            <a:r>
              <a:rPr sz="1400" b="0" i="0" dirty="0">
                <a:solidFill>
                  <a:srgbClr val="000000"/>
                </a:solidFill>
                <a:latin typeface="Arial"/>
              </a:rPr>
              <a:t>: Which 10 doctors have the highest total number of alerts generated?</a:t>
            </a:r>
            <a:endParaRPr lang="en-US" sz="1400" dirty="0">
              <a:solidFill>
                <a:srgbClr val="000000"/>
              </a:solidFill>
              <a:latin typeface="Arial"/>
            </a:endParaRPr>
          </a:p>
          <a:p>
            <a:pPr marL="285750" indent="-285750">
              <a:spcBef>
                <a:spcPts val="300"/>
              </a:spcBef>
              <a:spcAft>
                <a:spcPts val="300"/>
              </a:spcAft>
              <a:buClr>
                <a:schemeClr val="bg2"/>
              </a:buClr>
              <a:buFont typeface="Wingdings" panose="05000000000000000000" pitchFamily="2" charset="2"/>
              <a:buChar char="§"/>
            </a:pPr>
            <a:r>
              <a:rPr lang="en-US" sz="1400" b="1" i="0" dirty="0">
                <a:solidFill>
                  <a:srgbClr val="000000"/>
                </a:solidFill>
                <a:latin typeface="Arial"/>
              </a:rPr>
              <a:t>Ranking 2 - </a:t>
            </a:r>
            <a:r>
              <a:rPr lang="en-US" sz="1400" b="1" i="0" dirty="0">
                <a:solidFill>
                  <a:srgbClr val="000000"/>
                </a:solidFill>
                <a:highlight>
                  <a:srgbClr val="00FF00"/>
                </a:highlight>
                <a:latin typeface="Arial"/>
              </a:rPr>
              <a:t>Top 10 by Prescription Volume</a:t>
            </a:r>
            <a:r>
              <a:rPr lang="en-US" sz="1400" b="1" i="0" dirty="0">
                <a:solidFill>
                  <a:srgbClr val="000000"/>
                </a:solidFill>
                <a:latin typeface="Arial"/>
              </a:rPr>
              <a:t>:</a:t>
            </a:r>
            <a:r>
              <a:rPr lang="en-US" sz="1400" i="0" dirty="0">
                <a:solidFill>
                  <a:srgbClr val="000000"/>
                </a:solidFill>
                <a:latin typeface="Arial"/>
              </a:rPr>
              <a:t> Which 10 doctors </a:t>
            </a:r>
            <a:r>
              <a:rPr lang="en-US" sz="1400" b="1" i="0" dirty="0">
                <a:solidFill>
                  <a:srgbClr val="000000"/>
                </a:solidFill>
                <a:latin typeface="Arial"/>
              </a:rPr>
              <a:t>from the alerts universe </a:t>
            </a:r>
            <a:r>
              <a:rPr lang="en-US" sz="1400" i="0" dirty="0">
                <a:solidFill>
                  <a:srgbClr val="000000"/>
                </a:solidFill>
                <a:latin typeface="Arial"/>
              </a:rPr>
              <a:t>have written the highest prescription volume in the Sales data?</a:t>
            </a:r>
          </a:p>
        </p:txBody>
      </p:sp>
      <p:sp>
        <p:nvSpPr>
          <p:cNvPr id="15" name="TextBox 14"/>
          <p:cNvSpPr txBox="1"/>
          <p:nvPr/>
        </p:nvSpPr>
        <p:spPr>
          <a:xfrm>
            <a:off x="1011338" y="3068114"/>
            <a:ext cx="4225064" cy="312685"/>
          </a:xfrm>
          <a:prstGeom prst="rect">
            <a:avLst/>
          </a:prstGeom>
          <a:noFill/>
        </p:spPr>
        <p:txBody>
          <a:bodyPr wrap="square" lIns="0" tIns="0" rIns="0" bIns="0" anchor="t">
            <a:noAutofit/>
          </a:bodyPr>
          <a:lstStyle/>
          <a:p>
            <a:pPr algn="l">
              <a:lnSpc>
                <a:spcPct val="90000"/>
              </a:lnSpc>
              <a:spcAft>
                <a:spcPts val="100"/>
              </a:spcAft>
            </a:pPr>
            <a:r>
              <a:rPr b="1" i="0">
                <a:solidFill>
                  <a:srgbClr val="001E96"/>
                </a:solidFill>
                <a:latin typeface="Arial"/>
              </a:rPr>
              <a:t>Ranking 1 </a:t>
            </a:r>
            <a:r>
              <a:rPr lang="en-US" b="1" i="0">
                <a:solidFill>
                  <a:srgbClr val="001E96"/>
                </a:solidFill>
                <a:latin typeface="Arial"/>
              </a:rPr>
              <a:t>-</a:t>
            </a:r>
            <a:r>
              <a:rPr b="1" i="0">
                <a:solidFill>
                  <a:srgbClr val="001E96"/>
                </a:solidFill>
                <a:latin typeface="Arial"/>
              </a:rPr>
              <a:t> Top 10 by alert volume</a:t>
            </a:r>
          </a:p>
        </p:txBody>
      </p:sp>
      <p:sp>
        <p:nvSpPr>
          <p:cNvPr id="93" name="TextBox 92"/>
          <p:cNvSpPr txBox="1"/>
          <p:nvPr/>
        </p:nvSpPr>
        <p:spPr>
          <a:xfrm>
            <a:off x="6639810" y="3068115"/>
            <a:ext cx="4844088" cy="312684"/>
          </a:xfrm>
          <a:prstGeom prst="rect">
            <a:avLst/>
          </a:prstGeom>
          <a:noFill/>
        </p:spPr>
        <p:txBody>
          <a:bodyPr wrap="square" lIns="0" tIns="0" rIns="0" bIns="0" anchor="t">
            <a:noAutofit/>
          </a:bodyPr>
          <a:lstStyle/>
          <a:p>
            <a:pPr algn="l">
              <a:lnSpc>
                <a:spcPct val="90000"/>
              </a:lnSpc>
              <a:spcAft>
                <a:spcPts val="100"/>
              </a:spcAft>
            </a:pPr>
            <a:r>
              <a:rPr b="1" i="0">
                <a:solidFill>
                  <a:srgbClr val="001E96"/>
                </a:solidFill>
                <a:latin typeface="Arial"/>
              </a:rPr>
              <a:t>Ranking 2 </a:t>
            </a:r>
            <a:r>
              <a:rPr lang="en-US" b="1" i="0">
                <a:solidFill>
                  <a:srgbClr val="001E96"/>
                </a:solidFill>
                <a:latin typeface="Arial"/>
              </a:rPr>
              <a:t>-</a:t>
            </a:r>
            <a:r>
              <a:rPr b="1" i="0">
                <a:solidFill>
                  <a:srgbClr val="001E96"/>
                </a:solidFill>
                <a:latin typeface="Arial"/>
              </a:rPr>
              <a:t> Top 10 by prescription volume</a:t>
            </a:r>
          </a:p>
        </p:txBody>
      </p:sp>
      <p:graphicFrame>
        <p:nvGraphicFramePr>
          <p:cNvPr id="19" name="Content Placeholder 9">
            <a:extLst>
              <a:ext uri="{FF2B5EF4-FFF2-40B4-BE49-F238E27FC236}">
                <a16:creationId xmlns:a16="http://schemas.microsoft.com/office/drawing/2014/main" id="{A29A969A-2A8B-E5DD-532B-10A347521452}"/>
              </a:ext>
            </a:extLst>
          </p:cNvPr>
          <p:cNvGraphicFramePr>
            <a:graphicFrameLocks/>
          </p:cNvGraphicFramePr>
          <p:nvPr>
            <p:extLst>
              <p:ext uri="{D42A27DB-BD31-4B8C-83A1-F6EECF244321}">
                <p14:modId xmlns:p14="http://schemas.microsoft.com/office/powerpoint/2010/main" val="1940558953"/>
              </p:ext>
            </p:extLst>
          </p:nvPr>
        </p:nvGraphicFramePr>
        <p:xfrm>
          <a:off x="258429" y="3500660"/>
          <a:ext cx="5730882" cy="2948273"/>
        </p:xfrm>
        <a:graphic>
          <a:graphicData uri="http://schemas.openxmlformats.org/drawingml/2006/table">
            <a:tbl>
              <a:tblPr firstRow="1" bandRow="1"/>
              <a:tblGrid>
                <a:gridCol w="1910294">
                  <a:extLst>
                    <a:ext uri="{9D8B030D-6E8A-4147-A177-3AD203B41FA5}">
                      <a16:colId xmlns:a16="http://schemas.microsoft.com/office/drawing/2014/main" val="3867749177"/>
                    </a:ext>
                  </a:extLst>
                </a:gridCol>
                <a:gridCol w="1910294">
                  <a:extLst>
                    <a:ext uri="{9D8B030D-6E8A-4147-A177-3AD203B41FA5}">
                      <a16:colId xmlns:a16="http://schemas.microsoft.com/office/drawing/2014/main" val="915976798"/>
                    </a:ext>
                  </a:extLst>
                </a:gridCol>
                <a:gridCol w="1910294">
                  <a:extLst>
                    <a:ext uri="{9D8B030D-6E8A-4147-A177-3AD203B41FA5}">
                      <a16:colId xmlns:a16="http://schemas.microsoft.com/office/drawing/2014/main" val="2610764502"/>
                    </a:ext>
                  </a:extLst>
                </a:gridCol>
              </a:tblGrid>
              <a:tr h="270123">
                <a:tc>
                  <a:txBody>
                    <a:bodyPr/>
                    <a:lstStyle/>
                    <a:p>
                      <a:pPr algn="ctr" fontAlgn="b"/>
                      <a:r>
                        <a:rPr lang="en-US" sz="1400" b="1" i="0" u="none" strike="noStrike">
                          <a:solidFill>
                            <a:schemeClr val="bg1"/>
                          </a:solidFill>
                          <a:effectLst/>
                          <a:latin typeface="+mj-lt"/>
                          <a:cs typeface="Arial" panose="020B0604020202020204" pitchFamily="34" charset="0"/>
                        </a:rPr>
                        <a:t>Rank</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panose="020B0604020202020204" pitchFamily="34" charset="0"/>
                        </a:rPr>
                        <a:t>HCP_ID</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panose="020B0604020202020204" pitchFamily="34" charset="0"/>
                        </a:rPr>
                        <a:t>Total Alerts</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267815">
                <a:tc>
                  <a:txBody>
                    <a:bodyPr/>
                    <a:lstStyle/>
                    <a:p>
                      <a:pPr algn="ctr" fontAlgn="b">
                        <a:buNone/>
                      </a:pPr>
                      <a:r>
                        <a:rPr lang="en-IN" sz="1400" b="0" i="0" u="none" strike="noStrike">
                          <a:solidFill>
                            <a:srgbClr val="000000"/>
                          </a:solidFill>
                          <a:effectLst/>
                          <a:latin typeface="+mj-lt"/>
                        </a:rPr>
                        <a:t>1</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39440"/>
                  </a:ext>
                </a:extLst>
              </a:tr>
              <a:tr h="267815">
                <a:tc>
                  <a:txBody>
                    <a:bodyPr/>
                    <a:lstStyle/>
                    <a:p>
                      <a:pPr algn="ctr" fontAlgn="b">
                        <a:buNone/>
                      </a:pPr>
                      <a:r>
                        <a:rPr lang="en-IN" sz="1400" b="0" i="0" u="none" strike="noStrike">
                          <a:solidFill>
                            <a:srgbClr val="000000"/>
                          </a:solidFill>
                          <a:effectLst/>
                          <a:latin typeface="+mj-lt"/>
                        </a:rPr>
                        <a:t>2</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7815">
                <a:tc>
                  <a:txBody>
                    <a:bodyPr/>
                    <a:lstStyle/>
                    <a:p>
                      <a:pPr algn="ctr" fontAlgn="b">
                        <a:buNone/>
                      </a:pPr>
                      <a:r>
                        <a:rPr lang="en-IN" sz="1400" b="0" i="0" u="none" strike="noStrike">
                          <a:solidFill>
                            <a:srgbClr val="000000"/>
                          </a:solidFill>
                          <a:effectLst/>
                          <a:latin typeface="+mj-lt"/>
                        </a:rPr>
                        <a:t>3</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40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6510"/>
                  </a:ext>
                </a:extLst>
              </a:tr>
              <a:tr h="267815">
                <a:tc>
                  <a:txBody>
                    <a:bodyPr/>
                    <a:lstStyle/>
                    <a:p>
                      <a:pPr algn="ctr" fontAlgn="b">
                        <a:buNone/>
                      </a:pPr>
                      <a:r>
                        <a:rPr lang="en-IN" sz="1400" b="0" i="0" u="none" strike="noStrike">
                          <a:solidFill>
                            <a:srgbClr val="000000"/>
                          </a:solidFill>
                          <a:effectLst/>
                          <a:latin typeface="+mj-lt"/>
                        </a:rPr>
                        <a:t>4</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40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579851"/>
                  </a:ext>
                </a:extLst>
              </a:tr>
              <a:tr h="267815">
                <a:tc>
                  <a:txBody>
                    <a:bodyPr/>
                    <a:lstStyle/>
                    <a:p>
                      <a:pPr algn="ctr" fontAlgn="b">
                        <a:buNone/>
                      </a:pPr>
                      <a:r>
                        <a:rPr lang="en-IN" sz="1400" b="0" i="0" u="none" strike="noStrike">
                          <a:solidFill>
                            <a:srgbClr val="000000"/>
                          </a:solidFill>
                          <a:effectLst/>
                          <a:latin typeface="+mj-lt"/>
                        </a:rPr>
                        <a:t>5</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400">
                        <a:solidFill>
                          <a:schemeClr val="tx1"/>
                        </a:solidFill>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838933"/>
                  </a:ext>
                </a:extLst>
              </a:tr>
              <a:tr h="267815">
                <a:tc>
                  <a:txBody>
                    <a:bodyPr/>
                    <a:lstStyle/>
                    <a:p>
                      <a:pPr algn="ctr" fontAlgn="b">
                        <a:buNone/>
                      </a:pPr>
                      <a:r>
                        <a:rPr lang="en-IN" sz="1400" b="0" i="0" u="none" strike="noStrike">
                          <a:solidFill>
                            <a:srgbClr val="000000"/>
                          </a:solidFill>
                          <a:effectLst/>
                          <a:latin typeface="+mj-lt"/>
                        </a:rPr>
                        <a:t>6</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70873"/>
                  </a:ext>
                </a:extLst>
              </a:tr>
              <a:tr h="267815">
                <a:tc>
                  <a:txBody>
                    <a:bodyPr/>
                    <a:lstStyle/>
                    <a:p>
                      <a:pPr algn="ctr" fontAlgn="b">
                        <a:buNone/>
                      </a:pPr>
                      <a:r>
                        <a:rPr lang="en-IN" sz="1400" b="0" i="0" u="none" strike="noStrike">
                          <a:solidFill>
                            <a:srgbClr val="000000"/>
                          </a:solidFill>
                          <a:effectLst/>
                          <a:latin typeface="+mj-lt"/>
                        </a:rPr>
                        <a:t>7</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516014"/>
                  </a:ext>
                </a:extLst>
              </a:tr>
              <a:tr h="267815">
                <a:tc>
                  <a:txBody>
                    <a:bodyPr/>
                    <a:lstStyle/>
                    <a:p>
                      <a:pPr algn="ctr" fontAlgn="b">
                        <a:buNone/>
                      </a:pPr>
                      <a:r>
                        <a:rPr lang="en-IN" sz="1400" b="0" i="0" u="none" strike="noStrike">
                          <a:solidFill>
                            <a:srgbClr val="000000"/>
                          </a:solidFill>
                          <a:effectLst/>
                          <a:latin typeface="+mj-lt"/>
                        </a:rPr>
                        <a:t>8</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3686778"/>
                  </a:ext>
                </a:extLst>
              </a:tr>
              <a:tr h="267815">
                <a:tc>
                  <a:txBody>
                    <a:bodyPr/>
                    <a:lstStyle/>
                    <a:p>
                      <a:pPr algn="ctr" fontAlgn="b">
                        <a:buNone/>
                      </a:pPr>
                      <a:r>
                        <a:rPr lang="en-IN" sz="1400" b="0" i="0" u="none" strike="noStrike">
                          <a:solidFill>
                            <a:srgbClr val="000000"/>
                          </a:solidFill>
                          <a:effectLst/>
                          <a:latin typeface="+mj-lt"/>
                        </a:rPr>
                        <a:t>9</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977959"/>
                  </a:ext>
                </a:extLst>
              </a:tr>
              <a:tr h="267815">
                <a:tc>
                  <a:txBody>
                    <a:bodyPr/>
                    <a:lstStyle/>
                    <a:p>
                      <a:pPr algn="ctr" fontAlgn="b">
                        <a:buNone/>
                      </a:pPr>
                      <a:r>
                        <a:rPr lang="en-IN" sz="1400" b="0" i="0" u="none" strike="noStrike">
                          <a:solidFill>
                            <a:srgbClr val="000000"/>
                          </a:solidFill>
                          <a:effectLst/>
                          <a:latin typeface="+mj-lt"/>
                        </a:rPr>
                        <a:t>10</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9200820"/>
                  </a:ext>
                </a:extLst>
              </a:tr>
            </a:tbl>
          </a:graphicData>
        </a:graphic>
      </p:graphicFrame>
      <p:graphicFrame>
        <p:nvGraphicFramePr>
          <p:cNvPr id="20" name="Content Placeholder 9">
            <a:extLst>
              <a:ext uri="{FF2B5EF4-FFF2-40B4-BE49-F238E27FC236}">
                <a16:creationId xmlns:a16="http://schemas.microsoft.com/office/drawing/2014/main" id="{F031F45C-AF46-495C-99D9-89CBD15D7739}"/>
              </a:ext>
            </a:extLst>
          </p:cNvPr>
          <p:cNvGraphicFramePr>
            <a:graphicFrameLocks/>
          </p:cNvGraphicFramePr>
          <p:nvPr>
            <p:extLst>
              <p:ext uri="{D42A27DB-BD31-4B8C-83A1-F6EECF244321}">
                <p14:modId xmlns:p14="http://schemas.microsoft.com/office/powerpoint/2010/main" val="311505806"/>
              </p:ext>
            </p:extLst>
          </p:nvPr>
        </p:nvGraphicFramePr>
        <p:xfrm>
          <a:off x="6196413" y="3500660"/>
          <a:ext cx="5730882" cy="2948273"/>
        </p:xfrm>
        <a:graphic>
          <a:graphicData uri="http://schemas.openxmlformats.org/drawingml/2006/table">
            <a:tbl>
              <a:tblPr firstRow="1" bandRow="1"/>
              <a:tblGrid>
                <a:gridCol w="1910294">
                  <a:extLst>
                    <a:ext uri="{9D8B030D-6E8A-4147-A177-3AD203B41FA5}">
                      <a16:colId xmlns:a16="http://schemas.microsoft.com/office/drawing/2014/main" val="3867749177"/>
                    </a:ext>
                  </a:extLst>
                </a:gridCol>
                <a:gridCol w="1504018">
                  <a:extLst>
                    <a:ext uri="{9D8B030D-6E8A-4147-A177-3AD203B41FA5}">
                      <a16:colId xmlns:a16="http://schemas.microsoft.com/office/drawing/2014/main" val="915976798"/>
                    </a:ext>
                  </a:extLst>
                </a:gridCol>
                <a:gridCol w="2316570">
                  <a:extLst>
                    <a:ext uri="{9D8B030D-6E8A-4147-A177-3AD203B41FA5}">
                      <a16:colId xmlns:a16="http://schemas.microsoft.com/office/drawing/2014/main" val="2610764502"/>
                    </a:ext>
                  </a:extLst>
                </a:gridCol>
              </a:tblGrid>
              <a:tr h="270123">
                <a:tc>
                  <a:txBody>
                    <a:bodyPr/>
                    <a:lstStyle/>
                    <a:p>
                      <a:pPr algn="ctr" fontAlgn="b"/>
                      <a:r>
                        <a:rPr lang="en-US" sz="1400" b="1" i="0" u="none" strike="noStrike">
                          <a:solidFill>
                            <a:schemeClr val="bg1"/>
                          </a:solidFill>
                          <a:effectLst/>
                          <a:latin typeface="+mj-lt"/>
                          <a:cs typeface="Arial" panose="020B0604020202020204" pitchFamily="34" charset="0"/>
                        </a:rPr>
                        <a:t>Rank</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panose="020B0604020202020204" pitchFamily="34" charset="0"/>
                        </a:rPr>
                        <a:t>HCP_ID</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panose="020B0604020202020204" pitchFamily="34" charset="0"/>
                        </a:rPr>
                        <a:t>Total Prescription Volume</a:t>
                      </a:r>
                    </a:p>
                  </a:txBody>
                  <a:tcPr marL="16876" marR="16876"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267815">
                <a:tc>
                  <a:txBody>
                    <a:bodyPr/>
                    <a:lstStyle/>
                    <a:p>
                      <a:pPr algn="ctr" fontAlgn="b">
                        <a:buNone/>
                      </a:pPr>
                      <a:r>
                        <a:rPr lang="en-IN" sz="1400" b="0" i="0" u="none" strike="noStrike">
                          <a:solidFill>
                            <a:srgbClr val="000000"/>
                          </a:solidFill>
                          <a:effectLst/>
                          <a:latin typeface="+mj-lt"/>
                        </a:rPr>
                        <a:t>1</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39440"/>
                  </a:ext>
                </a:extLst>
              </a:tr>
              <a:tr h="267815">
                <a:tc>
                  <a:txBody>
                    <a:bodyPr/>
                    <a:lstStyle/>
                    <a:p>
                      <a:pPr algn="ctr" fontAlgn="b">
                        <a:buNone/>
                      </a:pPr>
                      <a:r>
                        <a:rPr lang="en-IN" sz="1400" b="0" i="0" u="none" strike="noStrike">
                          <a:solidFill>
                            <a:srgbClr val="000000"/>
                          </a:solidFill>
                          <a:effectLst/>
                          <a:latin typeface="+mj-lt"/>
                        </a:rPr>
                        <a:t>2</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7815">
                <a:tc>
                  <a:txBody>
                    <a:bodyPr/>
                    <a:lstStyle/>
                    <a:p>
                      <a:pPr algn="ctr" fontAlgn="b">
                        <a:buNone/>
                      </a:pPr>
                      <a:r>
                        <a:rPr lang="en-IN" sz="1400" b="0" i="0" u="none" strike="noStrike">
                          <a:solidFill>
                            <a:srgbClr val="000000"/>
                          </a:solidFill>
                          <a:effectLst/>
                          <a:latin typeface="+mj-lt"/>
                        </a:rPr>
                        <a:t>3</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6510"/>
                  </a:ext>
                </a:extLst>
              </a:tr>
              <a:tr h="267815">
                <a:tc>
                  <a:txBody>
                    <a:bodyPr/>
                    <a:lstStyle/>
                    <a:p>
                      <a:pPr algn="ctr" fontAlgn="b">
                        <a:buNone/>
                      </a:pPr>
                      <a:r>
                        <a:rPr lang="en-IN" sz="1400" b="0" i="0" u="none" strike="noStrike">
                          <a:solidFill>
                            <a:srgbClr val="000000"/>
                          </a:solidFill>
                          <a:effectLst/>
                          <a:latin typeface="+mj-lt"/>
                        </a:rPr>
                        <a:t>4</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579851"/>
                  </a:ext>
                </a:extLst>
              </a:tr>
              <a:tr h="267815">
                <a:tc>
                  <a:txBody>
                    <a:bodyPr/>
                    <a:lstStyle/>
                    <a:p>
                      <a:pPr algn="ctr" fontAlgn="b">
                        <a:buNone/>
                      </a:pPr>
                      <a:r>
                        <a:rPr lang="en-IN" sz="1400" b="0" i="0" u="none" strike="noStrike">
                          <a:solidFill>
                            <a:srgbClr val="000000"/>
                          </a:solidFill>
                          <a:effectLst/>
                          <a:latin typeface="+mj-lt"/>
                        </a:rPr>
                        <a:t>5</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838933"/>
                  </a:ext>
                </a:extLst>
              </a:tr>
              <a:tr h="267815">
                <a:tc>
                  <a:txBody>
                    <a:bodyPr/>
                    <a:lstStyle/>
                    <a:p>
                      <a:pPr algn="ctr" fontAlgn="b">
                        <a:buNone/>
                      </a:pPr>
                      <a:r>
                        <a:rPr lang="en-IN" sz="1400" b="0" i="0" u="none" strike="noStrike">
                          <a:solidFill>
                            <a:srgbClr val="000000"/>
                          </a:solidFill>
                          <a:effectLst/>
                          <a:latin typeface="+mj-lt"/>
                        </a:rPr>
                        <a:t>6</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70873"/>
                  </a:ext>
                </a:extLst>
              </a:tr>
              <a:tr h="267815">
                <a:tc>
                  <a:txBody>
                    <a:bodyPr/>
                    <a:lstStyle/>
                    <a:p>
                      <a:pPr algn="ctr" fontAlgn="b">
                        <a:buNone/>
                      </a:pPr>
                      <a:r>
                        <a:rPr lang="en-IN" sz="1400" b="0" i="0" u="none" strike="noStrike">
                          <a:solidFill>
                            <a:srgbClr val="000000"/>
                          </a:solidFill>
                          <a:effectLst/>
                          <a:latin typeface="+mj-lt"/>
                        </a:rPr>
                        <a:t>7</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516014"/>
                  </a:ext>
                </a:extLst>
              </a:tr>
              <a:tr h="267815">
                <a:tc>
                  <a:txBody>
                    <a:bodyPr/>
                    <a:lstStyle/>
                    <a:p>
                      <a:pPr algn="ctr" fontAlgn="b">
                        <a:buNone/>
                      </a:pPr>
                      <a:r>
                        <a:rPr lang="en-IN" sz="1400" b="0" i="0" u="none" strike="noStrike">
                          <a:solidFill>
                            <a:srgbClr val="000000"/>
                          </a:solidFill>
                          <a:effectLst/>
                          <a:latin typeface="+mj-lt"/>
                        </a:rPr>
                        <a:t>8</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3686778"/>
                  </a:ext>
                </a:extLst>
              </a:tr>
              <a:tr h="267815">
                <a:tc>
                  <a:txBody>
                    <a:bodyPr/>
                    <a:lstStyle/>
                    <a:p>
                      <a:pPr algn="ctr" fontAlgn="b">
                        <a:buNone/>
                      </a:pPr>
                      <a:r>
                        <a:rPr lang="en-IN" sz="1400" b="0" i="0" u="none" strike="noStrike">
                          <a:solidFill>
                            <a:srgbClr val="000000"/>
                          </a:solidFill>
                          <a:effectLst/>
                          <a:latin typeface="+mj-lt"/>
                        </a:rPr>
                        <a:t>9</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977959"/>
                  </a:ext>
                </a:extLst>
              </a:tr>
              <a:tr h="267815">
                <a:tc>
                  <a:txBody>
                    <a:bodyPr/>
                    <a:lstStyle/>
                    <a:p>
                      <a:pPr algn="ctr" fontAlgn="b">
                        <a:buNone/>
                      </a:pPr>
                      <a:r>
                        <a:rPr lang="en-IN" sz="1400" b="0" i="0" u="none" strike="noStrike">
                          <a:solidFill>
                            <a:srgbClr val="000000"/>
                          </a:solidFill>
                          <a:effectLst/>
                          <a:latin typeface="+mj-lt"/>
                        </a:rPr>
                        <a:t>10</a:t>
                      </a:r>
                    </a:p>
                  </a:txBody>
                  <a:tcPr marL="13499" marR="13499"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9200820"/>
                  </a:ext>
                </a:extLst>
              </a:tr>
            </a:tbl>
          </a:graphicData>
        </a:graphic>
      </p:graphicFrame>
    </p:spTree>
    <p:extLst>
      <p:ext uri="{BB962C8B-B14F-4D97-AF65-F5344CB8AC3E}">
        <p14:creationId xmlns:p14="http://schemas.microsoft.com/office/powerpoint/2010/main" val="2275061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09EE2-427E-8791-E13D-91C731D3D27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0B9AFC-62A8-FBB2-08B6-01D6C947A014}"/>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dirty="0">
                <a:solidFill>
                  <a:srgbClr val="001E96"/>
                </a:solidFill>
                <a:latin typeface="Arial"/>
              </a:rPr>
              <a:t>Question 2: </a:t>
            </a:r>
            <a:r>
              <a:rPr b="1" i="0" dirty="0">
                <a:solidFill>
                  <a:srgbClr val="001E96"/>
                </a:solidFill>
                <a:highlight>
                  <a:srgbClr val="FF0000"/>
                </a:highlight>
                <a:latin typeface="Arial"/>
              </a:rPr>
              <a:t>Which doctors see the need but don't act on it?</a:t>
            </a:r>
            <a:endParaRPr lang="en-IN" dirty="0">
              <a:highlight>
                <a:srgbClr val="FF0000"/>
              </a:highlight>
            </a:endParaRPr>
          </a:p>
        </p:txBody>
      </p:sp>
      <p:sp>
        <p:nvSpPr>
          <p:cNvPr id="13" name="Slide Number Placeholder 12">
            <a:extLst>
              <a:ext uri="{FF2B5EF4-FFF2-40B4-BE49-F238E27FC236}">
                <a16:creationId xmlns:a16="http://schemas.microsoft.com/office/drawing/2014/main" id="{B94DEFEA-EAB6-68EB-F7BA-ABA74C9D6620}"/>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1B2C2B-439E-457D-A75F-A794D509B660}" type="slidenum">
              <a:rPr kumimoji="0" lang="en-IN" sz="8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0EFDE78E-0BDE-2C48-6956-B6A9EFD7CB5F}"/>
              </a:ext>
            </a:extLst>
          </p:cNvPr>
          <p:cNvSpPr/>
          <p:nvPr/>
        </p:nvSpPr>
        <p:spPr>
          <a:xfrm>
            <a:off x="320040" y="1313742"/>
            <a:ext cx="11567160" cy="124849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300"/>
              </a:spcBef>
              <a:spcAft>
                <a:spcPts val="300"/>
              </a:spcAft>
            </a:pPr>
            <a:r>
              <a:rPr lang="en-US" sz="1400" b="0" i="0" dirty="0">
                <a:solidFill>
                  <a:srgbClr val="000000"/>
                </a:solidFill>
                <a:latin typeface="Arial"/>
              </a:rPr>
              <a:t>Identify all doctors from the alerts universe who received </a:t>
            </a:r>
            <a:r>
              <a:rPr lang="en-US" sz="1400" b="1" i="0" dirty="0">
                <a:solidFill>
                  <a:srgbClr val="000000"/>
                </a:solidFill>
                <a:latin typeface="Arial"/>
              </a:rPr>
              <a:t>positive lab test alerts</a:t>
            </a:r>
            <a:r>
              <a:rPr lang="en-US" sz="1400" b="0" i="0" dirty="0">
                <a:solidFill>
                  <a:srgbClr val="000000"/>
                </a:solidFill>
                <a:latin typeface="Arial"/>
              </a:rPr>
              <a:t>, indicating that the patient likely required treatment. Evaluate whether these doctors showed any prescription activity for </a:t>
            </a:r>
            <a:r>
              <a:rPr lang="en-US" sz="1400" b="1" i="0" dirty="0">
                <a:solidFill>
                  <a:srgbClr val="000000"/>
                </a:solidFill>
                <a:latin typeface="Arial"/>
              </a:rPr>
              <a:t>any drug </a:t>
            </a:r>
            <a:r>
              <a:rPr lang="en-US" sz="1400" b="1" i="0" dirty="0">
                <a:solidFill>
                  <a:srgbClr val="000000"/>
                </a:solidFill>
                <a:highlight>
                  <a:srgbClr val="FFFF00"/>
                </a:highlight>
                <a:latin typeface="Arial"/>
              </a:rPr>
              <a:t>within 30 days </a:t>
            </a:r>
            <a:r>
              <a:rPr lang="en-US" sz="1400" b="0" i="0" dirty="0">
                <a:solidFill>
                  <a:srgbClr val="000000"/>
                </a:solidFill>
                <a:latin typeface="Arial"/>
              </a:rPr>
              <a:t>following their </a:t>
            </a:r>
            <a:r>
              <a:rPr lang="en-US" sz="1400" b="1" i="0" dirty="0">
                <a:solidFill>
                  <a:srgbClr val="000000"/>
                </a:solidFill>
                <a:latin typeface="Arial"/>
              </a:rPr>
              <a:t>first positive alert</a:t>
            </a:r>
            <a:r>
              <a:rPr lang="en-US" sz="1400" b="0" i="0" dirty="0">
                <a:solidFill>
                  <a:srgbClr val="000000"/>
                </a:solidFill>
                <a:latin typeface="Arial"/>
              </a:rPr>
              <a:t>. Among doctors with no prescribing activity during this post-alert window, rank the Top 10 HCPs by total </a:t>
            </a:r>
            <a:r>
              <a:rPr lang="en-US" sz="1400" b="1" i="0" dirty="0">
                <a:solidFill>
                  <a:srgbClr val="000000"/>
                </a:solidFill>
                <a:latin typeface="Arial"/>
              </a:rPr>
              <a:t>positive alert volume</a:t>
            </a:r>
            <a:r>
              <a:rPr lang="en-US" sz="1400" b="0" i="0" dirty="0">
                <a:solidFill>
                  <a:srgbClr val="000000"/>
                </a:solidFill>
                <a:latin typeface="Arial"/>
              </a:rPr>
              <a:t>.</a:t>
            </a:r>
          </a:p>
          <a:p>
            <a:pPr>
              <a:spcBef>
                <a:spcPts val="300"/>
              </a:spcBef>
              <a:spcAft>
                <a:spcPts val="300"/>
              </a:spcAft>
            </a:pPr>
            <a:r>
              <a:rPr lang="en-US" sz="1400" b="0" i="0" dirty="0">
                <a:solidFill>
                  <a:srgbClr val="000000"/>
                </a:solidFill>
                <a:latin typeface="Arial"/>
              </a:rPr>
              <a:t>Additionally, create a funnel showing HCPs with at least one positive alert, multiple positive alerts, and multiple positive alerts but zero prescribing activity within 30 days.</a:t>
            </a:r>
          </a:p>
        </p:txBody>
      </p:sp>
      <p:sp>
        <p:nvSpPr>
          <p:cNvPr id="15" name="TextBox 14">
            <a:extLst>
              <a:ext uri="{FF2B5EF4-FFF2-40B4-BE49-F238E27FC236}">
                <a16:creationId xmlns:a16="http://schemas.microsoft.com/office/drawing/2014/main" id="{6D4898C7-9BFD-B3AB-FBCC-372C24DFD5ED}"/>
              </a:ext>
            </a:extLst>
          </p:cNvPr>
          <p:cNvSpPr txBox="1"/>
          <p:nvPr/>
        </p:nvSpPr>
        <p:spPr>
          <a:xfrm>
            <a:off x="449062" y="2707289"/>
            <a:ext cx="5532840" cy="285844"/>
          </a:xfrm>
          <a:prstGeom prst="rect">
            <a:avLst/>
          </a:prstGeom>
          <a:noFill/>
        </p:spPr>
        <p:txBody>
          <a:bodyPr wrap="square" lIns="0" tIns="0" rIns="0" bIns="0" anchor="t">
            <a:noAutofit/>
          </a:bodyPr>
          <a:lstStyle/>
          <a:p>
            <a:pPr algn="l">
              <a:lnSpc>
                <a:spcPct val="90000"/>
              </a:lnSpc>
              <a:spcAft>
                <a:spcPts val="100"/>
              </a:spcAft>
            </a:pPr>
            <a:r>
              <a:rPr sz="1600" b="1" i="0">
                <a:solidFill>
                  <a:srgbClr val="001E96"/>
                </a:solidFill>
                <a:latin typeface="Arial"/>
              </a:rPr>
              <a:t>Positive-alert doctors and 30-day prescription follow-up</a:t>
            </a:r>
            <a:endParaRPr lang="en-US" sz="1600" b="1" i="0">
              <a:solidFill>
                <a:srgbClr val="001E96"/>
              </a:solidFill>
              <a:latin typeface="Arial"/>
            </a:endParaRPr>
          </a:p>
          <a:p>
            <a:pPr algn="l">
              <a:lnSpc>
                <a:spcPct val="90000"/>
              </a:lnSpc>
              <a:spcAft>
                <a:spcPts val="100"/>
              </a:spcAft>
            </a:pPr>
            <a:endParaRPr sz="1600" b="1" i="0">
              <a:solidFill>
                <a:srgbClr val="001E96"/>
              </a:solidFill>
              <a:latin typeface="Arial"/>
            </a:endParaRPr>
          </a:p>
        </p:txBody>
      </p:sp>
      <p:graphicFrame>
        <p:nvGraphicFramePr>
          <p:cNvPr id="2" name="Content Placeholder 9">
            <a:extLst>
              <a:ext uri="{FF2B5EF4-FFF2-40B4-BE49-F238E27FC236}">
                <a16:creationId xmlns:a16="http://schemas.microsoft.com/office/drawing/2014/main" id="{7060CF90-83D5-2FDB-CC4C-C0C754A9959A}"/>
              </a:ext>
            </a:extLst>
          </p:cNvPr>
          <p:cNvGraphicFramePr>
            <a:graphicFrameLocks/>
          </p:cNvGraphicFramePr>
          <p:nvPr>
            <p:extLst>
              <p:ext uri="{D42A27DB-BD31-4B8C-83A1-F6EECF244321}">
                <p14:modId xmlns:p14="http://schemas.microsoft.com/office/powerpoint/2010/main" val="2946883286"/>
              </p:ext>
            </p:extLst>
          </p:nvPr>
        </p:nvGraphicFramePr>
        <p:xfrm>
          <a:off x="334963" y="3036952"/>
          <a:ext cx="5761038" cy="3490843"/>
        </p:xfrm>
        <a:graphic>
          <a:graphicData uri="http://schemas.openxmlformats.org/drawingml/2006/table">
            <a:tbl>
              <a:tblPr firstRow="1" bandRow="1"/>
              <a:tblGrid>
                <a:gridCol w="1920346">
                  <a:extLst>
                    <a:ext uri="{9D8B030D-6E8A-4147-A177-3AD203B41FA5}">
                      <a16:colId xmlns:a16="http://schemas.microsoft.com/office/drawing/2014/main" val="3867749177"/>
                    </a:ext>
                  </a:extLst>
                </a:gridCol>
                <a:gridCol w="1920346">
                  <a:extLst>
                    <a:ext uri="{9D8B030D-6E8A-4147-A177-3AD203B41FA5}">
                      <a16:colId xmlns:a16="http://schemas.microsoft.com/office/drawing/2014/main" val="915976798"/>
                    </a:ext>
                  </a:extLst>
                </a:gridCol>
                <a:gridCol w="1920346">
                  <a:extLst>
                    <a:ext uri="{9D8B030D-6E8A-4147-A177-3AD203B41FA5}">
                      <a16:colId xmlns:a16="http://schemas.microsoft.com/office/drawing/2014/main" val="2610764502"/>
                    </a:ext>
                  </a:extLst>
                </a:gridCol>
              </a:tblGrid>
              <a:tr h="324383">
                <a:tc>
                  <a:txBody>
                    <a:bodyPr/>
                    <a:lstStyle/>
                    <a:p>
                      <a:pPr algn="ctr" fontAlgn="b"/>
                      <a:r>
                        <a:rPr lang="en-US" sz="1400" b="1" i="0" u="none" strike="noStrike">
                          <a:solidFill>
                            <a:schemeClr val="bg1"/>
                          </a:solidFill>
                          <a:effectLst/>
                          <a:latin typeface="+mj-lt"/>
                          <a:cs typeface="Arial" panose="020B0604020202020204" pitchFamily="34" charset="0"/>
                        </a:rPr>
                        <a:t>Rank</a:t>
                      </a:r>
                    </a:p>
                  </a:txBody>
                  <a:tcPr marL="15342" marR="15342"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panose="020B0604020202020204" pitchFamily="34" charset="0"/>
                        </a:rPr>
                        <a:t>HCP_ID</a:t>
                      </a:r>
                    </a:p>
                  </a:txBody>
                  <a:tcPr marL="15342" marR="15342"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panose="020B0604020202020204" pitchFamily="34" charset="0"/>
                        </a:rPr>
                        <a:t>Positive Alerts</a:t>
                      </a:r>
                    </a:p>
                  </a:txBody>
                  <a:tcPr marL="15342" marR="15342"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316646">
                <a:tc>
                  <a:txBody>
                    <a:bodyPr/>
                    <a:lstStyle/>
                    <a:p>
                      <a:pPr algn="ctr" fontAlgn="b">
                        <a:buNone/>
                      </a:pPr>
                      <a:r>
                        <a:rPr lang="en-IN" sz="1400" b="0" i="0" u="none" strike="noStrike">
                          <a:solidFill>
                            <a:srgbClr val="000000"/>
                          </a:solidFill>
                          <a:effectLst/>
                          <a:latin typeface="+mj-lt"/>
                        </a:rPr>
                        <a:t>1</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39440"/>
                  </a:ext>
                </a:extLst>
              </a:tr>
              <a:tr h="316646">
                <a:tc>
                  <a:txBody>
                    <a:bodyPr/>
                    <a:lstStyle/>
                    <a:p>
                      <a:pPr algn="ctr" fontAlgn="b">
                        <a:buNone/>
                      </a:pPr>
                      <a:r>
                        <a:rPr lang="en-IN" sz="1400" b="0" i="0" u="none" strike="noStrike">
                          <a:solidFill>
                            <a:srgbClr val="000000"/>
                          </a:solidFill>
                          <a:effectLst/>
                          <a:latin typeface="+mj-lt"/>
                        </a:rPr>
                        <a:t>2</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6646">
                <a:tc>
                  <a:txBody>
                    <a:bodyPr/>
                    <a:lstStyle/>
                    <a:p>
                      <a:pPr algn="ctr" fontAlgn="b">
                        <a:buNone/>
                      </a:pPr>
                      <a:r>
                        <a:rPr lang="en-IN" sz="1400" b="0" i="0" u="none" strike="noStrike">
                          <a:solidFill>
                            <a:srgbClr val="000000"/>
                          </a:solidFill>
                          <a:effectLst/>
                          <a:latin typeface="+mj-lt"/>
                        </a:rPr>
                        <a:t>3</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6510"/>
                  </a:ext>
                </a:extLst>
              </a:tr>
              <a:tr h="316646">
                <a:tc>
                  <a:txBody>
                    <a:bodyPr/>
                    <a:lstStyle/>
                    <a:p>
                      <a:pPr algn="ctr" fontAlgn="b">
                        <a:buNone/>
                      </a:pPr>
                      <a:r>
                        <a:rPr lang="en-IN" sz="1400" b="0" i="0" u="none" strike="noStrike">
                          <a:solidFill>
                            <a:srgbClr val="000000"/>
                          </a:solidFill>
                          <a:effectLst/>
                          <a:latin typeface="+mj-lt"/>
                        </a:rPr>
                        <a:t>4</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579851"/>
                  </a:ext>
                </a:extLst>
              </a:tr>
              <a:tr h="316646">
                <a:tc>
                  <a:txBody>
                    <a:bodyPr/>
                    <a:lstStyle/>
                    <a:p>
                      <a:pPr algn="ctr" fontAlgn="b">
                        <a:buNone/>
                      </a:pPr>
                      <a:r>
                        <a:rPr lang="en-IN" sz="1400" b="0" i="0" u="none" strike="noStrike">
                          <a:solidFill>
                            <a:srgbClr val="000000"/>
                          </a:solidFill>
                          <a:effectLst/>
                          <a:latin typeface="+mj-lt"/>
                        </a:rPr>
                        <a:t>5</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838933"/>
                  </a:ext>
                </a:extLst>
              </a:tr>
              <a:tr h="316646">
                <a:tc>
                  <a:txBody>
                    <a:bodyPr/>
                    <a:lstStyle/>
                    <a:p>
                      <a:pPr algn="ctr" fontAlgn="b">
                        <a:buNone/>
                      </a:pPr>
                      <a:r>
                        <a:rPr lang="en-IN" sz="1400" b="0" i="0" u="none" strike="noStrike">
                          <a:solidFill>
                            <a:srgbClr val="000000"/>
                          </a:solidFill>
                          <a:effectLst/>
                          <a:latin typeface="+mj-lt"/>
                        </a:rPr>
                        <a:t>6</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70873"/>
                  </a:ext>
                </a:extLst>
              </a:tr>
              <a:tr h="316646">
                <a:tc>
                  <a:txBody>
                    <a:bodyPr/>
                    <a:lstStyle/>
                    <a:p>
                      <a:pPr algn="ctr" fontAlgn="b">
                        <a:buNone/>
                      </a:pPr>
                      <a:r>
                        <a:rPr lang="en-IN" sz="1400" b="0" i="0" u="none" strike="noStrike">
                          <a:solidFill>
                            <a:srgbClr val="000000"/>
                          </a:solidFill>
                          <a:effectLst/>
                          <a:latin typeface="+mj-lt"/>
                        </a:rPr>
                        <a:t>7</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516014"/>
                  </a:ext>
                </a:extLst>
              </a:tr>
              <a:tr h="316646">
                <a:tc>
                  <a:txBody>
                    <a:bodyPr/>
                    <a:lstStyle/>
                    <a:p>
                      <a:pPr algn="ctr" fontAlgn="b">
                        <a:buNone/>
                      </a:pPr>
                      <a:r>
                        <a:rPr lang="en-IN" sz="1400" b="0" i="0" u="none" strike="noStrike">
                          <a:solidFill>
                            <a:srgbClr val="000000"/>
                          </a:solidFill>
                          <a:effectLst/>
                          <a:latin typeface="+mj-lt"/>
                        </a:rPr>
                        <a:t>8</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3686778"/>
                  </a:ext>
                </a:extLst>
              </a:tr>
              <a:tr h="316646">
                <a:tc>
                  <a:txBody>
                    <a:bodyPr/>
                    <a:lstStyle/>
                    <a:p>
                      <a:pPr algn="ctr" fontAlgn="b">
                        <a:buNone/>
                      </a:pPr>
                      <a:r>
                        <a:rPr lang="en-IN" sz="1400" b="0" i="0" u="none" strike="noStrike">
                          <a:solidFill>
                            <a:srgbClr val="000000"/>
                          </a:solidFill>
                          <a:effectLst/>
                          <a:latin typeface="+mj-lt"/>
                        </a:rPr>
                        <a:t>9</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977959"/>
                  </a:ext>
                </a:extLst>
              </a:tr>
              <a:tr h="316646">
                <a:tc>
                  <a:txBody>
                    <a:bodyPr/>
                    <a:lstStyle/>
                    <a:p>
                      <a:pPr algn="ctr" fontAlgn="b">
                        <a:buNone/>
                      </a:pPr>
                      <a:r>
                        <a:rPr lang="en-IN" sz="1400" b="0" i="0" u="none" strike="noStrike" dirty="0">
                          <a:solidFill>
                            <a:srgbClr val="000000"/>
                          </a:solidFill>
                          <a:effectLst/>
                          <a:latin typeface="+mj-lt"/>
                        </a:rPr>
                        <a:t>10</a:t>
                      </a:r>
                    </a:p>
                  </a:txBody>
                  <a:tcPr marL="12272" marR="12272"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IN" sz="1400" b="0" i="0" u="none" strike="noStrike" kern="1200">
                        <a:solidFill>
                          <a:srgbClr val="000000"/>
                        </a:solidFill>
                        <a:effectLst/>
                        <a:latin typeface="+mn-lt"/>
                        <a:ea typeface="+mn-ea"/>
                        <a:cs typeface="+mn-cs"/>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9200820"/>
                  </a:ext>
                </a:extLst>
              </a:tr>
            </a:tbl>
          </a:graphicData>
        </a:graphic>
      </p:graphicFrame>
      <p:grpSp>
        <p:nvGrpSpPr>
          <p:cNvPr id="5" name="Group 4">
            <a:extLst>
              <a:ext uri="{FF2B5EF4-FFF2-40B4-BE49-F238E27FC236}">
                <a16:creationId xmlns:a16="http://schemas.microsoft.com/office/drawing/2014/main" id="{73AC4301-510F-9C41-5881-E2F6E895C871}"/>
              </a:ext>
            </a:extLst>
          </p:cNvPr>
          <p:cNvGrpSpPr/>
          <p:nvPr/>
        </p:nvGrpSpPr>
        <p:grpSpPr>
          <a:xfrm>
            <a:off x="8067534" y="3073005"/>
            <a:ext cx="3439336" cy="3375924"/>
            <a:chOff x="1671817" y="1221600"/>
            <a:chExt cx="4011353" cy="5430476"/>
          </a:xfrm>
        </p:grpSpPr>
        <p:sp>
          <p:nvSpPr>
            <p:cNvPr id="7" name="Trapezoid 2">
              <a:extLst>
                <a:ext uri="{FF2B5EF4-FFF2-40B4-BE49-F238E27FC236}">
                  <a16:creationId xmlns:a16="http://schemas.microsoft.com/office/drawing/2014/main" id="{38B5C3DE-2E48-671E-D0A8-E1D65FBAEDE9}"/>
                </a:ext>
              </a:extLst>
            </p:cNvPr>
            <p:cNvSpPr/>
            <p:nvPr/>
          </p:nvSpPr>
          <p:spPr>
            <a:xfrm flipV="1">
              <a:off x="1671817" y="1405263"/>
              <a:ext cx="4011352" cy="4997750"/>
            </a:xfrm>
            <a:custGeom>
              <a:avLst/>
              <a:gdLst>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711612 h 4711612"/>
                <a:gd name="connsiteX1" fmla="*/ 1535265 w 4011352"/>
                <a:gd name="connsiteY1" fmla="*/ 62931 h 4711612"/>
                <a:gd name="connsiteX2" fmla="*/ 2034551 w 4011352"/>
                <a:gd name="connsiteY2" fmla="*/ 2 h 4711612"/>
                <a:gd name="connsiteX3" fmla="*/ 2476087 w 4011352"/>
                <a:gd name="connsiteY3" fmla="*/ 62931 h 4711612"/>
                <a:gd name="connsiteX4" fmla="*/ 4011352 w 4011352"/>
                <a:gd name="connsiteY4" fmla="*/ 4711612 h 4711612"/>
                <a:gd name="connsiteX5" fmla="*/ 0 w 4011352"/>
                <a:gd name="connsiteY5" fmla="*/ 4711612 h 4711612"/>
                <a:gd name="connsiteX0" fmla="*/ 0 w 4011352"/>
                <a:gd name="connsiteY0" fmla="*/ 4713839 h 4713839"/>
                <a:gd name="connsiteX1" fmla="*/ 1535265 w 4011352"/>
                <a:gd name="connsiteY1" fmla="*/ 65158 h 4713839"/>
                <a:gd name="connsiteX2" fmla="*/ 2034551 w 4011352"/>
                <a:gd name="connsiteY2" fmla="*/ 2229 h 4713839"/>
                <a:gd name="connsiteX3" fmla="*/ 2476087 w 4011352"/>
                <a:gd name="connsiteY3" fmla="*/ 65158 h 4713839"/>
                <a:gd name="connsiteX4" fmla="*/ 4011352 w 4011352"/>
                <a:gd name="connsiteY4" fmla="*/ 4713839 h 4713839"/>
                <a:gd name="connsiteX5" fmla="*/ 0 w 4011352"/>
                <a:gd name="connsiteY5" fmla="*/ 4713839 h 4713839"/>
                <a:gd name="connsiteX0" fmla="*/ 0 w 4011352"/>
                <a:gd name="connsiteY0" fmla="*/ 4714192 h 4714192"/>
                <a:gd name="connsiteX1" fmla="*/ 1535265 w 4011352"/>
                <a:gd name="connsiteY1" fmla="*/ 65511 h 4714192"/>
                <a:gd name="connsiteX2" fmla="*/ 2034551 w 4011352"/>
                <a:gd name="connsiteY2" fmla="*/ 2582 h 4714192"/>
                <a:gd name="connsiteX3" fmla="*/ 2476087 w 4011352"/>
                <a:gd name="connsiteY3" fmla="*/ 65511 h 4714192"/>
                <a:gd name="connsiteX4" fmla="*/ 4011352 w 4011352"/>
                <a:gd name="connsiteY4" fmla="*/ 4714192 h 4714192"/>
                <a:gd name="connsiteX5" fmla="*/ 0 w 4011352"/>
                <a:gd name="connsiteY5" fmla="*/ 4714192 h 4714192"/>
                <a:gd name="connsiteX0" fmla="*/ 0 w 4011352"/>
                <a:gd name="connsiteY0" fmla="*/ 4716950 h 4716950"/>
                <a:gd name="connsiteX1" fmla="*/ 1535265 w 4011352"/>
                <a:gd name="connsiteY1" fmla="*/ 68269 h 4716950"/>
                <a:gd name="connsiteX2" fmla="*/ 2034551 w 4011352"/>
                <a:gd name="connsiteY2" fmla="*/ 5340 h 4716950"/>
                <a:gd name="connsiteX3" fmla="*/ 2476087 w 4011352"/>
                <a:gd name="connsiteY3" fmla="*/ 68269 h 4716950"/>
                <a:gd name="connsiteX4" fmla="*/ 4011352 w 4011352"/>
                <a:gd name="connsiteY4" fmla="*/ 4716950 h 4716950"/>
                <a:gd name="connsiteX5" fmla="*/ 0 w 4011352"/>
                <a:gd name="connsiteY5" fmla="*/ 4716950 h 4716950"/>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9605 h 4769605"/>
                <a:gd name="connsiteX1" fmla="*/ 1535265 w 4011352"/>
                <a:gd name="connsiteY1" fmla="*/ 120924 h 4769605"/>
                <a:gd name="connsiteX2" fmla="*/ 2034551 w 4011352"/>
                <a:gd name="connsiteY2" fmla="*/ 5480 h 4769605"/>
                <a:gd name="connsiteX3" fmla="*/ 2476087 w 4011352"/>
                <a:gd name="connsiteY3" fmla="*/ 120924 h 4769605"/>
                <a:gd name="connsiteX4" fmla="*/ 4011352 w 4011352"/>
                <a:gd name="connsiteY4" fmla="*/ 4769605 h 4769605"/>
                <a:gd name="connsiteX5" fmla="*/ 0 w 4011352"/>
                <a:gd name="connsiteY5" fmla="*/ 4769605 h 4769605"/>
                <a:gd name="connsiteX0" fmla="*/ 0 w 4011352"/>
                <a:gd name="connsiteY0" fmla="*/ 4785718 h 4785718"/>
                <a:gd name="connsiteX1" fmla="*/ 1535265 w 4011352"/>
                <a:gd name="connsiteY1" fmla="*/ 137037 h 4785718"/>
                <a:gd name="connsiteX2" fmla="*/ 2022359 w 4011352"/>
                <a:gd name="connsiteY2" fmla="*/ 4088 h 4785718"/>
                <a:gd name="connsiteX3" fmla="*/ 2476087 w 4011352"/>
                <a:gd name="connsiteY3" fmla="*/ 137037 h 4785718"/>
                <a:gd name="connsiteX4" fmla="*/ 4011352 w 4011352"/>
                <a:gd name="connsiteY4" fmla="*/ 4785718 h 4785718"/>
                <a:gd name="connsiteX5" fmla="*/ 0 w 4011352"/>
                <a:gd name="connsiteY5" fmla="*/ 4785718 h 4785718"/>
                <a:gd name="connsiteX0" fmla="*/ 0 w 4011352"/>
                <a:gd name="connsiteY0" fmla="*/ 4783745 h 4783745"/>
                <a:gd name="connsiteX1" fmla="*/ 1697825 w 4011352"/>
                <a:gd name="connsiteY1" fmla="*/ 193413 h 4783745"/>
                <a:gd name="connsiteX2" fmla="*/ 2022359 w 4011352"/>
                <a:gd name="connsiteY2" fmla="*/ 2115 h 4783745"/>
                <a:gd name="connsiteX3" fmla="*/ 2476087 w 4011352"/>
                <a:gd name="connsiteY3" fmla="*/ 135064 h 4783745"/>
                <a:gd name="connsiteX4" fmla="*/ 4011352 w 4011352"/>
                <a:gd name="connsiteY4" fmla="*/ 4783745 h 4783745"/>
                <a:gd name="connsiteX5" fmla="*/ 0 w 4011352"/>
                <a:gd name="connsiteY5" fmla="*/ 4783745 h 4783745"/>
                <a:gd name="connsiteX0" fmla="*/ 0 w 4011352"/>
                <a:gd name="connsiteY0" fmla="*/ 4783745 h 4783745"/>
                <a:gd name="connsiteX1" fmla="*/ 1697825 w 4011352"/>
                <a:gd name="connsiteY1" fmla="*/ 193413 h 4783745"/>
                <a:gd name="connsiteX2" fmla="*/ 2022359 w 4011352"/>
                <a:gd name="connsiteY2" fmla="*/ 2115 h 4783745"/>
                <a:gd name="connsiteX3" fmla="*/ 2384647 w 4011352"/>
                <a:gd name="connsiteY3" fmla="*/ 135064 h 4783745"/>
                <a:gd name="connsiteX4" fmla="*/ 4011352 w 4011352"/>
                <a:gd name="connsiteY4" fmla="*/ 4783745 h 4783745"/>
                <a:gd name="connsiteX5" fmla="*/ 0 w 4011352"/>
                <a:gd name="connsiteY5" fmla="*/ 4783745 h 4783745"/>
                <a:gd name="connsiteX0" fmla="*/ 0 w 4011352"/>
                <a:gd name="connsiteY0" fmla="*/ 4783745 h 4783745"/>
                <a:gd name="connsiteX1" fmla="*/ 1697825 w 4011352"/>
                <a:gd name="connsiteY1" fmla="*/ 193413 h 4783745"/>
                <a:gd name="connsiteX2" fmla="*/ 2022359 w 4011352"/>
                <a:gd name="connsiteY2" fmla="*/ 2115 h 4783745"/>
                <a:gd name="connsiteX3" fmla="*/ 2384647 w 4011352"/>
                <a:gd name="connsiteY3" fmla="*/ 135064 h 4783745"/>
                <a:gd name="connsiteX4" fmla="*/ 4011352 w 4011352"/>
                <a:gd name="connsiteY4" fmla="*/ 4783745 h 4783745"/>
                <a:gd name="connsiteX5" fmla="*/ 0 w 4011352"/>
                <a:gd name="connsiteY5" fmla="*/ 4783745 h 4783745"/>
                <a:gd name="connsiteX0" fmla="*/ 0 w 4011352"/>
                <a:gd name="connsiteY0" fmla="*/ 4783745 h 4783745"/>
                <a:gd name="connsiteX1" fmla="*/ 1697825 w 4011352"/>
                <a:gd name="connsiteY1" fmla="*/ 193413 h 4783745"/>
                <a:gd name="connsiteX2" fmla="*/ 2022359 w 4011352"/>
                <a:gd name="connsiteY2" fmla="*/ 2115 h 4783745"/>
                <a:gd name="connsiteX3" fmla="*/ 2384647 w 4011352"/>
                <a:gd name="connsiteY3" fmla="*/ 135064 h 4783745"/>
                <a:gd name="connsiteX4" fmla="*/ 4011352 w 4011352"/>
                <a:gd name="connsiteY4" fmla="*/ 4783745 h 4783745"/>
                <a:gd name="connsiteX5" fmla="*/ 0 w 4011352"/>
                <a:gd name="connsiteY5" fmla="*/ 4783745 h 4783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1352" h="4783745">
                  <a:moveTo>
                    <a:pt x="0" y="4783745"/>
                  </a:moveTo>
                  <a:cubicBezTo>
                    <a:pt x="754825" y="3303633"/>
                    <a:pt x="1280366" y="2045058"/>
                    <a:pt x="1697825" y="193413"/>
                  </a:cubicBezTo>
                  <a:cubicBezTo>
                    <a:pt x="1827678" y="82967"/>
                    <a:pt x="1679146" y="-15809"/>
                    <a:pt x="2022359" y="2115"/>
                  </a:cubicBezTo>
                  <a:cubicBezTo>
                    <a:pt x="2267074" y="-11919"/>
                    <a:pt x="2243564" y="61573"/>
                    <a:pt x="2384647" y="135064"/>
                  </a:cubicBezTo>
                  <a:cubicBezTo>
                    <a:pt x="2715605" y="1750523"/>
                    <a:pt x="3198655" y="3292059"/>
                    <a:pt x="4011352" y="4783745"/>
                  </a:cubicBezTo>
                  <a:lnTo>
                    <a:pt x="0" y="4783745"/>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F2D46F33-19DB-69E4-B7CE-37F9E8C4A0F9}"/>
                </a:ext>
              </a:extLst>
            </p:cNvPr>
            <p:cNvSpPr/>
            <p:nvPr/>
          </p:nvSpPr>
          <p:spPr>
            <a:xfrm>
              <a:off x="1671817" y="1221600"/>
              <a:ext cx="4011353" cy="367325"/>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DFF6F66F-C5EE-8EE1-FF2F-C386C68B47C0}"/>
                </a:ext>
              </a:extLst>
            </p:cNvPr>
            <p:cNvSpPr/>
            <p:nvPr/>
          </p:nvSpPr>
          <p:spPr>
            <a:xfrm>
              <a:off x="3000375" y="5004816"/>
              <a:ext cx="1348740" cy="76749"/>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0" name="Trapezoid 2">
              <a:extLst>
                <a:ext uri="{FF2B5EF4-FFF2-40B4-BE49-F238E27FC236}">
                  <a16:creationId xmlns:a16="http://schemas.microsoft.com/office/drawing/2014/main" id="{1416EB0D-5530-E552-8443-610D090DD0A0}"/>
                </a:ext>
              </a:extLst>
            </p:cNvPr>
            <p:cNvSpPr/>
            <p:nvPr/>
          </p:nvSpPr>
          <p:spPr>
            <a:xfrm flipV="1">
              <a:off x="2420112" y="3088629"/>
              <a:ext cx="2517648" cy="2005219"/>
            </a:xfrm>
            <a:custGeom>
              <a:avLst/>
              <a:gdLst>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711612 h 4711612"/>
                <a:gd name="connsiteX1" fmla="*/ 1535265 w 4011352"/>
                <a:gd name="connsiteY1" fmla="*/ 62931 h 4711612"/>
                <a:gd name="connsiteX2" fmla="*/ 2034551 w 4011352"/>
                <a:gd name="connsiteY2" fmla="*/ 2 h 4711612"/>
                <a:gd name="connsiteX3" fmla="*/ 2476087 w 4011352"/>
                <a:gd name="connsiteY3" fmla="*/ 62931 h 4711612"/>
                <a:gd name="connsiteX4" fmla="*/ 4011352 w 4011352"/>
                <a:gd name="connsiteY4" fmla="*/ 4711612 h 4711612"/>
                <a:gd name="connsiteX5" fmla="*/ 0 w 4011352"/>
                <a:gd name="connsiteY5" fmla="*/ 4711612 h 4711612"/>
                <a:gd name="connsiteX0" fmla="*/ 0 w 4011352"/>
                <a:gd name="connsiteY0" fmla="*/ 4713839 h 4713839"/>
                <a:gd name="connsiteX1" fmla="*/ 1535265 w 4011352"/>
                <a:gd name="connsiteY1" fmla="*/ 65158 h 4713839"/>
                <a:gd name="connsiteX2" fmla="*/ 2034551 w 4011352"/>
                <a:gd name="connsiteY2" fmla="*/ 2229 h 4713839"/>
                <a:gd name="connsiteX3" fmla="*/ 2476087 w 4011352"/>
                <a:gd name="connsiteY3" fmla="*/ 65158 h 4713839"/>
                <a:gd name="connsiteX4" fmla="*/ 4011352 w 4011352"/>
                <a:gd name="connsiteY4" fmla="*/ 4713839 h 4713839"/>
                <a:gd name="connsiteX5" fmla="*/ 0 w 4011352"/>
                <a:gd name="connsiteY5" fmla="*/ 4713839 h 4713839"/>
                <a:gd name="connsiteX0" fmla="*/ 0 w 4011352"/>
                <a:gd name="connsiteY0" fmla="*/ 4714192 h 4714192"/>
                <a:gd name="connsiteX1" fmla="*/ 1535265 w 4011352"/>
                <a:gd name="connsiteY1" fmla="*/ 65511 h 4714192"/>
                <a:gd name="connsiteX2" fmla="*/ 2034551 w 4011352"/>
                <a:gd name="connsiteY2" fmla="*/ 2582 h 4714192"/>
                <a:gd name="connsiteX3" fmla="*/ 2476087 w 4011352"/>
                <a:gd name="connsiteY3" fmla="*/ 65511 h 4714192"/>
                <a:gd name="connsiteX4" fmla="*/ 4011352 w 4011352"/>
                <a:gd name="connsiteY4" fmla="*/ 4714192 h 4714192"/>
                <a:gd name="connsiteX5" fmla="*/ 0 w 4011352"/>
                <a:gd name="connsiteY5" fmla="*/ 4714192 h 4714192"/>
                <a:gd name="connsiteX0" fmla="*/ 0 w 4011352"/>
                <a:gd name="connsiteY0" fmla="*/ 4716950 h 4716950"/>
                <a:gd name="connsiteX1" fmla="*/ 1535265 w 4011352"/>
                <a:gd name="connsiteY1" fmla="*/ 68269 h 4716950"/>
                <a:gd name="connsiteX2" fmla="*/ 2034551 w 4011352"/>
                <a:gd name="connsiteY2" fmla="*/ 5340 h 4716950"/>
                <a:gd name="connsiteX3" fmla="*/ 2476087 w 4011352"/>
                <a:gd name="connsiteY3" fmla="*/ 68269 h 4716950"/>
                <a:gd name="connsiteX4" fmla="*/ 4011352 w 4011352"/>
                <a:gd name="connsiteY4" fmla="*/ 4716950 h 4716950"/>
                <a:gd name="connsiteX5" fmla="*/ 0 w 4011352"/>
                <a:gd name="connsiteY5" fmla="*/ 4716950 h 4716950"/>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9605 h 4769605"/>
                <a:gd name="connsiteX1" fmla="*/ 1535265 w 4011352"/>
                <a:gd name="connsiteY1" fmla="*/ 120924 h 4769605"/>
                <a:gd name="connsiteX2" fmla="*/ 2034551 w 4011352"/>
                <a:gd name="connsiteY2" fmla="*/ 5480 h 4769605"/>
                <a:gd name="connsiteX3" fmla="*/ 2476087 w 4011352"/>
                <a:gd name="connsiteY3" fmla="*/ 120924 h 4769605"/>
                <a:gd name="connsiteX4" fmla="*/ 4011352 w 4011352"/>
                <a:gd name="connsiteY4" fmla="*/ 4769605 h 4769605"/>
                <a:gd name="connsiteX5" fmla="*/ 0 w 4011352"/>
                <a:gd name="connsiteY5" fmla="*/ 4769605 h 4769605"/>
                <a:gd name="connsiteX0" fmla="*/ 0 w 4011352"/>
                <a:gd name="connsiteY0" fmla="*/ 4785718 h 4785718"/>
                <a:gd name="connsiteX1" fmla="*/ 1535265 w 4011352"/>
                <a:gd name="connsiteY1" fmla="*/ 137037 h 4785718"/>
                <a:gd name="connsiteX2" fmla="*/ 2022359 w 4011352"/>
                <a:gd name="connsiteY2" fmla="*/ 4088 h 4785718"/>
                <a:gd name="connsiteX3" fmla="*/ 2476087 w 4011352"/>
                <a:gd name="connsiteY3" fmla="*/ 137037 h 4785718"/>
                <a:gd name="connsiteX4" fmla="*/ 4011352 w 4011352"/>
                <a:gd name="connsiteY4" fmla="*/ 4785718 h 4785718"/>
                <a:gd name="connsiteX5" fmla="*/ 0 w 4011352"/>
                <a:gd name="connsiteY5" fmla="*/ 4785718 h 4785718"/>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50583"/>
                <a:gd name="connsiteY0" fmla="*/ 4815214 h 4815214"/>
                <a:gd name="connsiteX1" fmla="*/ 917379 w 4050583"/>
                <a:gd name="connsiteY1" fmla="*/ 64063 h 4815214"/>
                <a:gd name="connsiteX2" fmla="*/ 2022359 w 4050583"/>
                <a:gd name="connsiteY2" fmla="*/ 33584 h 4815214"/>
                <a:gd name="connsiteX3" fmla="*/ 3113588 w 4050583"/>
                <a:gd name="connsiteY3" fmla="*/ 122617 h 4815214"/>
                <a:gd name="connsiteX4" fmla="*/ 4050583 w 4050583"/>
                <a:gd name="connsiteY4" fmla="*/ 4815214 h 4815214"/>
                <a:gd name="connsiteX5" fmla="*/ 0 w 4050583"/>
                <a:gd name="connsiteY5" fmla="*/ 4815214 h 4815214"/>
                <a:gd name="connsiteX0" fmla="*/ 0 w 4050583"/>
                <a:gd name="connsiteY0" fmla="*/ 4815214 h 4815214"/>
                <a:gd name="connsiteX1" fmla="*/ 929639 w 4050583"/>
                <a:gd name="connsiteY1" fmla="*/ 64063 h 4815214"/>
                <a:gd name="connsiteX2" fmla="*/ 2022359 w 4050583"/>
                <a:gd name="connsiteY2" fmla="*/ 33584 h 4815214"/>
                <a:gd name="connsiteX3" fmla="*/ 3113588 w 4050583"/>
                <a:gd name="connsiteY3" fmla="*/ 122617 h 4815214"/>
                <a:gd name="connsiteX4" fmla="*/ 4050583 w 4050583"/>
                <a:gd name="connsiteY4" fmla="*/ 4815214 h 4815214"/>
                <a:gd name="connsiteX5" fmla="*/ 0 w 4050583"/>
                <a:gd name="connsiteY5" fmla="*/ 4815214 h 4815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0583" h="4815214">
                  <a:moveTo>
                    <a:pt x="0" y="4815214"/>
                  </a:moveTo>
                  <a:cubicBezTo>
                    <a:pt x="362517" y="3320463"/>
                    <a:pt x="707252" y="1775668"/>
                    <a:pt x="929639" y="64063"/>
                  </a:cubicBezTo>
                  <a:cubicBezTo>
                    <a:pt x="1059492" y="-46383"/>
                    <a:pt x="1679146" y="15660"/>
                    <a:pt x="2022359" y="33584"/>
                  </a:cubicBezTo>
                  <a:cubicBezTo>
                    <a:pt x="2267074" y="19550"/>
                    <a:pt x="2972505" y="49126"/>
                    <a:pt x="3113588" y="122617"/>
                  </a:cubicBezTo>
                  <a:cubicBezTo>
                    <a:pt x="3243378" y="1463832"/>
                    <a:pt x="3581156" y="2767262"/>
                    <a:pt x="4050583" y="4815214"/>
                  </a:cubicBezTo>
                  <a:lnTo>
                    <a:pt x="0" y="481521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 name="Trapezoid 2">
              <a:extLst>
                <a:ext uri="{FF2B5EF4-FFF2-40B4-BE49-F238E27FC236}">
                  <a16:creationId xmlns:a16="http://schemas.microsoft.com/office/drawing/2014/main" id="{C33AACF5-BF29-78C2-F65F-31688CF3FD7B}"/>
                </a:ext>
              </a:extLst>
            </p:cNvPr>
            <p:cNvSpPr/>
            <p:nvPr/>
          </p:nvSpPr>
          <p:spPr>
            <a:xfrm flipV="1">
              <a:off x="2979674" y="5002275"/>
              <a:ext cx="1381760" cy="1504705"/>
            </a:xfrm>
            <a:custGeom>
              <a:avLst/>
              <a:gdLst>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648681 h 4648681"/>
                <a:gd name="connsiteX1" fmla="*/ 1535265 w 4011352"/>
                <a:gd name="connsiteY1" fmla="*/ 0 h 4648681"/>
                <a:gd name="connsiteX2" fmla="*/ 2476087 w 4011352"/>
                <a:gd name="connsiteY2" fmla="*/ 0 h 4648681"/>
                <a:gd name="connsiteX3" fmla="*/ 4011352 w 4011352"/>
                <a:gd name="connsiteY3" fmla="*/ 4648681 h 4648681"/>
                <a:gd name="connsiteX4" fmla="*/ 0 w 4011352"/>
                <a:gd name="connsiteY4" fmla="*/ 4648681 h 4648681"/>
                <a:gd name="connsiteX0" fmla="*/ 0 w 4011352"/>
                <a:gd name="connsiteY0" fmla="*/ 4711612 h 4711612"/>
                <a:gd name="connsiteX1" fmla="*/ 1535265 w 4011352"/>
                <a:gd name="connsiteY1" fmla="*/ 62931 h 4711612"/>
                <a:gd name="connsiteX2" fmla="*/ 2034551 w 4011352"/>
                <a:gd name="connsiteY2" fmla="*/ 2 h 4711612"/>
                <a:gd name="connsiteX3" fmla="*/ 2476087 w 4011352"/>
                <a:gd name="connsiteY3" fmla="*/ 62931 h 4711612"/>
                <a:gd name="connsiteX4" fmla="*/ 4011352 w 4011352"/>
                <a:gd name="connsiteY4" fmla="*/ 4711612 h 4711612"/>
                <a:gd name="connsiteX5" fmla="*/ 0 w 4011352"/>
                <a:gd name="connsiteY5" fmla="*/ 4711612 h 4711612"/>
                <a:gd name="connsiteX0" fmla="*/ 0 w 4011352"/>
                <a:gd name="connsiteY0" fmla="*/ 4713839 h 4713839"/>
                <a:gd name="connsiteX1" fmla="*/ 1535265 w 4011352"/>
                <a:gd name="connsiteY1" fmla="*/ 65158 h 4713839"/>
                <a:gd name="connsiteX2" fmla="*/ 2034551 w 4011352"/>
                <a:gd name="connsiteY2" fmla="*/ 2229 h 4713839"/>
                <a:gd name="connsiteX3" fmla="*/ 2476087 w 4011352"/>
                <a:gd name="connsiteY3" fmla="*/ 65158 h 4713839"/>
                <a:gd name="connsiteX4" fmla="*/ 4011352 w 4011352"/>
                <a:gd name="connsiteY4" fmla="*/ 4713839 h 4713839"/>
                <a:gd name="connsiteX5" fmla="*/ 0 w 4011352"/>
                <a:gd name="connsiteY5" fmla="*/ 4713839 h 4713839"/>
                <a:gd name="connsiteX0" fmla="*/ 0 w 4011352"/>
                <a:gd name="connsiteY0" fmla="*/ 4714192 h 4714192"/>
                <a:gd name="connsiteX1" fmla="*/ 1535265 w 4011352"/>
                <a:gd name="connsiteY1" fmla="*/ 65511 h 4714192"/>
                <a:gd name="connsiteX2" fmla="*/ 2034551 w 4011352"/>
                <a:gd name="connsiteY2" fmla="*/ 2582 h 4714192"/>
                <a:gd name="connsiteX3" fmla="*/ 2476087 w 4011352"/>
                <a:gd name="connsiteY3" fmla="*/ 65511 h 4714192"/>
                <a:gd name="connsiteX4" fmla="*/ 4011352 w 4011352"/>
                <a:gd name="connsiteY4" fmla="*/ 4714192 h 4714192"/>
                <a:gd name="connsiteX5" fmla="*/ 0 w 4011352"/>
                <a:gd name="connsiteY5" fmla="*/ 4714192 h 4714192"/>
                <a:gd name="connsiteX0" fmla="*/ 0 w 4011352"/>
                <a:gd name="connsiteY0" fmla="*/ 4716950 h 4716950"/>
                <a:gd name="connsiteX1" fmla="*/ 1535265 w 4011352"/>
                <a:gd name="connsiteY1" fmla="*/ 68269 h 4716950"/>
                <a:gd name="connsiteX2" fmla="*/ 2034551 w 4011352"/>
                <a:gd name="connsiteY2" fmla="*/ 5340 h 4716950"/>
                <a:gd name="connsiteX3" fmla="*/ 2476087 w 4011352"/>
                <a:gd name="connsiteY3" fmla="*/ 68269 h 4716950"/>
                <a:gd name="connsiteX4" fmla="*/ 4011352 w 4011352"/>
                <a:gd name="connsiteY4" fmla="*/ 4716950 h 4716950"/>
                <a:gd name="connsiteX5" fmla="*/ 0 w 4011352"/>
                <a:gd name="connsiteY5" fmla="*/ 4716950 h 4716950"/>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6658 h 4766658"/>
                <a:gd name="connsiteX1" fmla="*/ 1535265 w 4011352"/>
                <a:gd name="connsiteY1" fmla="*/ 117977 h 4766658"/>
                <a:gd name="connsiteX2" fmla="*/ 2034551 w 4011352"/>
                <a:gd name="connsiteY2" fmla="*/ 2533 h 4766658"/>
                <a:gd name="connsiteX3" fmla="*/ 2476087 w 4011352"/>
                <a:gd name="connsiteY3" fmla="*/ 117977 h 4766658"/>
                <a:gd name="connsiteX4" fmla="*/ 4011352 w 4011352"/>
                <a:gd name="connsiteY4" fmla="*/ 4766658 h 4766658"/>
                <a:gd name="connsiteX5" fmla="*/ 0 w 4011352"/>
                <a:gd name="connsiteY5" fmla="*/ 4766658 h 4766658"/>
                <a:gd name="connsiteX0" fmla="*/ 0 w 4011352"/>
                <a:gd name="connsiteY0" fmla="*/ 4769605 h 4769605"/>
                <a:gd name="connsiteX1" fmla="*/ 1535265 w 4011352"/>
                <a:gd name="connsiteY1" fmla="*/ 120924 h 4769605"/>
                <a:gd name="connsiteX2" fmla="*/ 2034551 w 4011352"/>
                <a:gd name="connsiteY2" fmla="*/ 5480 h 4769605"/>
                <a:gd name="connsiteX3" fmla="*/ 2476087 w 4011352"/>
                <a:gd name="connsiteY3" fmla="*/ 120924 h 4769605"/>
                <a:gd name="connsiteX4" fmla="*/ 4011352 w 4011352"/>
                <a:gd name="connsiteY4" fmla="*/ 4769605 h 4769605"/>
                <a:gd name="connsiteX5" fmla="*/ 0 w 4011352"/>
                <a:gd name="connsiteY5" fmla="*/ 4769605 h 4769605"/>
                <a:gd name="connsiteX0" fmla="*/ 0 w 4011352"/>
                <a:gd name="connsiteY0" fmla="*/ 4785718 h 4785718"/>
                <a:gd name="connsiteX1" fmla="*/ 1535265 w 4011352"/>
                <a:gd name="connsiteY1" fmla="*/ 137037 h 4785718"/>
                <a:gd name="connsiteX2" fmla="*/ 2022359 w 4011352"/>
                <a:gd name="connsiteY2" fmla="*/ 4088 h 4785718"/>
                <a:gd name="connsiteX3" fmla="*/ 2476087 w 4011352"/>
                <a:gd name="connsiteY3" fmla="*/ 137037 h 4785718"/>
                <a:gd name="connsiteX4" fmla="*/ 4011352 w 4011352"/>
                <a:gd name="connsiteY4" fmla="*/ 4785718 h 4785718"/>
                <a:gd name="connsiteX5" fmla="*/ 0 w 4011352"/>
                <a:gd name="connsiteY5" fmla="*/ 4785718 h 4785718"/>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2476087 w 4011352"/>
                <a:gd name="connsiteY3" fmla="*/ 166533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11352"/>
                <a:gd name="connsiteY0" fmla="*/ 4815214 h 4815214"/>
                <a:gd name="connsiteX1" fmla="*/ 917379 w 4011352"/>
                <a:gd name="connsiteY1" fmla="*/ 64063 h 4815214"/>
                <a:gd name="connsiteX2" fmla="*/ 2022359 w 4011352"/>
                <a:gd name="connsiteY2" fmla="*/ 33584 h 4815214"/>
                <a:gd name="connsiteX3" fmla="*/ 3113588 w 4011352"/>
                <a:gd name="connsiteY3" fmla="*/ 122617 h 4815214"/>
                <a:gd name="connsiteX4" fmla="*/ 4011352 w 4011352"/>
                <a:gd name="connsiteY4" fmla="*/ 4815214 h 4815214"/>
                <a:gd name="connsiteX5" fmla="*/ 0 w 4011352"/>
                <a:gd name="connsiteY5" fmla="*/ 4815214 h 4815214"/>
                <a:gd name="connsiteX0" fmla="*/ 0 w 4050583"/>
                <a:gd name="connsiteY0" fmla="*/ 4815214 h 4815214"/>
                <a:gd name="connsiteX1" fmla="*/ 917379 w 4050583"/>
                <a:gd name="connsiteY1" fmla="*/ 64063 h 4815214"/>
                <a:gd name="connsiteX2" fmla="*/ 2022359 w 4050583"/>
                <a:gd name="connsiteY2" fmla="*/ 33584 h 4815214"/>
                <a:gd name="connsiteX3" fmla="*/ 3113588 w 4050583"/>
                <a:gd name="connsiteY3" fmla="*/ 122617 h 4815214"/>
                <a:gd name="connsiteX4" fmla="*/ 4050583 w 4050583"/>
                <a:gd name="connsiteY4" fmla="*/ 4815214 h 4815214"/>
                <a:gd name="connsiteX5" fmla="*/ 0 w 4050583"/>
                <a:gd name="connsiteY5" fmla="*/ 4815214 h 4815214"/>
                <a:gd name="connsiteX0" fmla="*/ 0 w 4088724"/>
                <a:gd name="connsiteY0" fmla="*/ 4823308 h 4823308"/>
                <a:gd name="connsiteX1" fmla="*/ 955520 w 4088724"/>
                <a:gd name="connsiteY1" fmla="*/ 64063 h 4823308"/>
                <a:gd name="connsiteX2" fmla="*/ 2060500 w 4088724"/>
                <a:gd name="connsiteY2" fmla="*/ 33584 h 4823308"/>
                <a:gd name="connsiteX3" fmla="*/ 3151729 w 4088724"/>
                <a:gd name="connsiteY3" fmla="*/ 122617 h 4823308"/>
                <a:gd name="connsiteX4" fmla="*/ 4088724 w 4088724"/>
                <a:gd name="connsiteY4" fmla="*/ 4815214 h 4823308"/>
                <a:gd name="connsiteX5" fmla="*/ 0 w 4088724"/>
                <a:gd name="connsiteY5" fmla="*/ 4823308 h 4823308"/>
                <a:gd name="connsiteX0" fmla="*/ 0 w 4149750"/>
                <a:gd name="connsiteY0" fmla="*/ 4823308 h 4823308"/>
                <a:gd name="connsiteX1" fmla="*/ 955520 w 4149750"/>
                <a:gd name="connsiteY1" fmla="*/ 64063 h 4823308"/>
                <a:gd name="connsiteX2" fmla="*/ 2060500 w 4149750"/>
                <a:gd name="connsiteY2" fmla="*/ 33584 h 4823308"/>
                <a:gd name="connsiteX3" fmla="*/ 3151729 w 4149750"/>
                <a:gd name="connsiteY3" fmla="*/ 122617 h 4823308"/>
                <a:gd name="connsiteX4" fmla="*/ 4149750 w 4149750"/>
                <a:gd name="connsiteY4" fmla="*/ 4815214 h 4823308"/>
                <a:gd name="connsiteX5" fmla="*/ 0 w 4149750"/>
                <a:gd name="connsiteY5" fmla="*/ 4823308 h 4823308"/>
                <a:gd name="connsiteX0" fmla="*/ 0 w 4149750"/>
                <a:gd name="connsiteY0" fmla="*/ 4794817 h 4794817"/>
                <a:gd name="connsiteX1" fmla="*/ 764816 w 4149750"/>
                <a:gd name="connsiteY1" fmla="*/ 124604 h 4794817"/>
                <a:gd name="connsiteX2" fmla="*/ 2060500 w 4149750"/>
                <a:gd name="connsiteY2" fmla="*/ 5093 h 4794817"/>
                <a:gd name="connsiteX3" fmla="*/ 3151729 w 4149750"/>
                <a:gd name="connsiteY3" fmla="*/ 94126 h 4794817"/>
                <a:gd name="connsiteX4" fmla="*/ 4149750 w 4149750"/>
                <a:gd name="connsiteY4" fmla="*/ 4786723 h 4794817"/>
                <a:gd name="connsiteX5" fmla="*/ 0 w 4149750"/>
                <a:gd name="connsiteY5" fmla="*/ 4794817 h 4794817"/>
                <a:gd name="connsiteX0" fmla="*/ 0 w 4149750"/>
                <a:gd name="connsiteY0" fmla="*/ 4794817 h 4794817"/>
                <a:gd name="connsiteX1" fmla="*/ 764816 w 4149750"/>
                <a:gd name="connsiteY1" fmla="*/ 124604 h 4794817"/>
                <a:gd name="connsiteX2" fmla="*/ 2060500 w 4149750"/>
                <a:gd name="connsiteY2" fmla="*/ 5093 h 4794817"/>
                <a:gd name="connsiteX3" fmla="*/ 3426346 w 4149750"/>
                <a:gd name="connsiteY3" fmla="*/ 94127 h 4794817"/>
                <a:gd name="connsiteX4" fmla="*/ 4149750 w 4149750"/>
                <a:gd name="connsiteY4" fmla="*/ 4786723 h 4794817"/>
                <a:gd name="connsiteX5" fmla="*/ 0 w 4149750"/>
                <a:gd name="connsiteY5" fmla="*/ 4794817 h 479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9750" h="4794817">
                  <a:moveTo>
                    <a:pt x="0" y="4794817"/>
                  </a:moveTo>
                  <a:cubicBezTo>
                    <a:pt x="362517" y="3300066"/>
                    <a:pt x="542429" y="1836209"/>
                    <a:pt x="764816" y="124604"/>
                  </a:cubicBezTo>
                  <a:cubicBezTo>
                    <a:pt x="894669" y="14158"/>
                    <a:pt x="1717287" y="-12831"/>
                    <a:pt x="2060500" y="5093"/>
                  </a:cubicBezTo>
                  <a:cubicBezTo>
                    <a:pt x="2305215" y="-8941"/>
                    <a:pt x="3285263" y="20636"/>
                    <a:pt x="3426346" y="94127"/>
                  </a:cubicBezTo>
                  <a:cubicBezTo>
                    <a:pt x="3556136" y="1435342"/>
                    <a:pt x="3680323" y="2738771"/>
                    <a:pt x="4149750" y="4786723"/>
                  </a:cubicBezTo>
                  <a:lnTo>
                    <a:pt x="0" y="479481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6" name="Oval 15">
              <a:extLst>
                <a:ext uri="{FF2B5EF4-FFF2-40B4-BE49-F238E27FC236}">
                  <a16:creationId xmlns:a16="http://schemas.microsoft.com/office/drawing/2014/main" id="{C23B22B7-9EC2-F26F-166E-465717685FAB}"/>
                </a:ext>
              </a:extLst>
            </p:cNvPr>
            <p:cNvSpPr/>
            <p:nvPr/>
          </p:nvSpPr>
          <p:spPr>
            <a:xfrm>
              <a:off x="2420112" y="2904966"/>
              <a:ext cx="2517648" cy="36732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7" name="Oval 16">
              <a:extLst>
                <a:ext uri="{FF2B5EF4-FFF2-40B4-BE49-F238E27FC236}">
                  <a16:creationId xmlns:a16="http://schemas.microsoft.com/office/drawing/2014/main" id="{8A4B2F16-5B65-0846-12B5-31CD8B7D77F6}"/>
                </a:ext>
              </a:extLst>
            </p:cNvPr>
            <p:cNvSpPr/>
            <p:nvPr/>
          </p:nvSpPr>
          <p:spPr>
            <a:xfrm>
              <a:off x="2979673" y="4902922"/>
              <a:ext cx="1381760" cy="19870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5D149122-3C90-1D5E-DC40-232F4F9E5181}"/>
                </a:ext>
              </a:extLst>
            </p:cNvPr>
            <p:cNvSpPr/>
            <p:nvPr/>
          </p:nvSpPr>
          <p:spPr>
            <a:xfrm>
              <a:off x="3237702" y="6284751"/>
              <a:ext cx="885826" cy="3673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grpSp>
      <p:sp>
        <p:nvSpPr>
          <p:cNvPr id="4" name="Footer Placeholder 4">
            <a:extLst>
              <a:ext uri="{FF2B5EF4-FFF2-40B4-BE49-F238E27FC236}">
                <a16:creationId xmlns:a16="http://schemas.microsoft.com/office/drawing/2014/main" id="{E910D34B-F0AD-ADF5-B1DB-E25B54BA0597}"/>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Tree>
    <p:extLst>
      <p:ext uri="{BB962C8B-B14F-4D97-AF65-F5344CB8AC3E}">
        <p14:creationId xmlns:p14="http://schemas.microsoft.com/office/powerpoint/2010/main" val="105834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7B083-E1A3-D992-157D-AEE61461C16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12D2B3-840B-3336-7F0F-B4791C01EA47}"/>
              </a:ext>
            </a:extLst>
          </p:cNvPr>
          <p:cNvSpPr>
            <a:spLocks noGrp="1"/>
          </p:cNvSpPr>
          <p:nvPr>
            <p:ph type="title"/>
          </p:nvPr>
        </p:nvSpPr>
        <p:spPr>
          <a:xfrm>
            <a:off x="334963" y="409069"/>
            <a:ext cx="11520000" cy="659636"/>
          </a:xfrm>
        </p:spPr>
        <p:txBody>
          <a:bodyPr wrap="square" lIns="0" tIns="0" rIns="0" bIns="0" anchor="b">
            <a:normAutofit/>
          </a:bodyPr>
          <a:lstStyle/>
          <a:p>
            <a:pPr>
              <a:lnSpc>
                <a:spcPct val="90000"/>
              </a:lnSpc>
              <a:spcAft>
                <a:spcPts val="100"/>
              </a:spcAft>
            </a:pPr>
            <a:r>
              <a:rPr b="1" i="0" dirty="0">
                <a:solidFill>
                  <a:srgbClr val="001E96"/>
                </a:solidFill>
                <a:latin typeface="Arial"/>
              </a:rPr>
              <a:t>Question 3: </a:t>
            </a:r>
            <a:r>
              <a:rPr b="1" i="0" dirty="0">
                <a:solidFill>
                  <a:srgbClr val="001E96"/>
                </a:solidFill>
                <a:highlight>
                  <a:srgbClr val="FF0000"/>
                </a:highlight>
                <a:latin typeface="Arial"/>
              </a:rPr>
              <a:t>Among our top doctors, how much business is going to competitors?</a:t>
            </a:r>
            <a:endParaRPr lang="en-IN" dirty="0">
              <a:highlight>
                <a:srgbClr val="FF0000"/>
              </a:highlight>
            </a:endParaRPr>
          </a:p>
        </p:txBody>
      </p:sp>
      <p:sp>
        <p:nvSpPr>
          <p:cNvPr id="12" name="Footer Placeholder 4">
            <a:extLst>
              <a:ext uri="{FF2B5EF4-FFF2-40B4-BE49-F238E27FC236}">
                <a16:creationId xmlns:a16="http://schemas.microsoft.com/office/drawing/2014/main" id="{F632E77E-12BE-2709-1C18-75D10F00A9C4}"/>
              </a:ext>
            </a:extLst>
          </p:cNvPr>
          <p:cNvSpPr>
            <a:spLocks noGrp="1"/>
          </p:cNvSpPr>
          <p:nvPr>
            <p:ph type="ftr" sz="quarter" idx="3"/>
          </p:nvPr>
        </p:nvSpPr>
        <p:spPr>
          <a:xfrm>
            <a:off x="334963" y="6582750"/>
            <a:ext cx="1080000" cy="180000"/>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rPr>
              <a:t>© 2026 </a:t>
            </a:r>
            <a:r>
              <a:rPr kumimoji="0" lang="en-US" sz="800" b="0" i="0" u="none" strike="noStrike" kern="1200" cap="none" spc="0" normalizeH="0" baseline="0" noProof="0" err="1">
                <a:ln>
                  <a:noFill/>
                </a:ln>
                <a:solidFill>
                  <a:prstClr val="white">
                    <a:lumMod val="50000"/>
                  </a:prstClr>
                </a:solidFill>
                <a:effectLst/>
                <a:uLnTx/>
                <a:uFillTx/>
                <a:latin typeface="Arial" panose="020B0604020202020204" pitchFamily="34" charset="0"/>
                <a:ea typeface="+mn-ea"/>
                <a:cs typeface="Arial" panose="020B0604020202020204" pitchFamily="34" charset="0"/>
              </a:rPr>
              <a:t>ProcDNA</a:t>
            </a:r>
            <a:endParaRPr kumimoji="0" lang="en-US"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3" name="Slide Number Placeholder 12">
            <a:extLst>
              <a:ext uri="{FF2B5EF4-FFF2-40B4-BE49-F238E27FC236}">
                <a16:creationId xmlns:a16="http://schemas.microsoft.com/office/drawing/2014/main" id="{FC812A62-E782-47AD-E349-E7A3F848C16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1B2C2B-439E-457D-A75F-A794D509B660}" type="slidenum">
              <a:rPr kumimoji="0" lang="en-IN" sz="8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800" b="0" i="0" u="none" strike="noStrike" kern="1200" cap="none" spc="0" normalizeH="0" baseline="0" noProof="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546144D3-55BF-711C-3924-610C60379E0D}"/>
              </a:ext>
            </a:extLst>
          </p:cNvPr>
          <p:cNvSpPr/>
          <p:nvPr/>
        </p:nvSpPr>
        <p:spPr>
          <a:xfrm>
            <a:off x="320040" y="1235086"/>
            <a:ext cx="11567160" cy="1683229"/>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noAutofit/>
          </a:bodyPr>
          <a:lstStyle/>
          <a:p>
            <a:pPr>
              <a:spcBef>
                <a:spcPts val="200"/>
              </a:spcBef>
              <a:spcAft>
                <a:spcPts val="200"/>
              </a:spcAft>
            </a:pPr>
            <a:r>
              <a:rPr lang="en-US" sz="1400" dirty="0">
                <a:solidFill>
                  <a:srgbClr val="000000"/>
                </a:solidFill>
                <a:latin typeface="Arial"/>
              </a:rPr>
              <a:t>Use</a:t>
            </a:r>
            <a:r>
              <a:rPr lang="en-US" sz="1400" b="0" i="0" dirty="0">
                <a:solidFill>
                  <a:srgbClr val="000000"/>
                </a:solidFill>
                <a:latin typeface="Arial"/>
              </a:rPr>
              <a:t> the </a:t>
            </a:r>
            <a:r>
              <a:rPr lang="en-US" sz="1400" b="1" i="0" dirty="0">
                <a:solidFill>
                  <a:srgbClr val="000000"/>
                </a:solidFill>
                <a:latin typeface="Arial"/>
              </a:rPr>
              <a:t>Top 10 doctors by total alert volume </a:t>
            </a:r>
            <a:r>
              <a:rPr lang="en-US" sz="1400" b="0" i="0" dirty="0">
                <a:solidFill>
                  <a:srgbClr val="000000"/>
                </a:solidFill>
                <a:latin typeface="Arial"/>
              </a:rPr>
              <a:t>from Question 1.</a:t>
            </a:r>
          </a:p>
          <a:p>
            <a:pPr>
              <a:spcBef>
                <a:spcPts val="200"/>
              </a:spcBef>
              <a:spcAft>
                <a:spcPts val="200"/>
              </a:spcAft>
            </a:pPr>
            <a:r>
              <a:rPr lang="en-US" sz="1400" b="0" i="0" dirty="0">
                <a:solidFill>
                  <a:srgbClr val="000000"/>
                </a:solidFill>
                <a:latin typeface="Arial"/>
              </a:rPr>
              <a:t>For these 10 doctors, calculate the </a:t>
            </a:r>
            <a:r>
              <a:rPr lang="en-US" sz="1400" b="0" i="0" dirty="0">
                <a:solidFill>
                  <a:srgbClr val="000000"/>
                </a:solidFill>
                <a:highlight>
                  <a:srgbClr val="FFFF00"/>
                </a:highlight>
                <a:latin typeface="Arial"/>
              </a:rPr>
              <a:t>share of total prescription volume </a:t>
            </a:r>
            <a:r>
              <a:rPr lang="en-US" sz="1400" b="0" i="0" dirty="0">
                <a:solidFill>
                  <a:srgbClr val="000000"/>
                </a:solidFill>
                <a:latin typeface="Arial"/>
              </a:rPr>
              <a:t>contributed by:</a:t>
            </a:r>
          </a:p>
          <a:p>
            <a:pPr marL="742950" lvl="1" indent="-285750">
              <a:spcBef>
                <a:spcPts val="200"/>
              </a:spcBef>
              <a:spcAft>
                <a:spcPts val="200"/>
              </a:spcAft>
              <a:buClr>
                <a:schemeClr val="bg2"/>
              </a:buClr>
              <a:buFont typeface="Wingdings" panose="05000000000000000000" pitchFamily="2" charset="2"/>
              <a:buChar char="§"/>
            </a:pPr>
            <a:r>
              <a:rPr lang="en-US" sz="1400" b="1" i="0" dirty="0">
                <a:solidFill>
                  <a:srgbClr val="000000"/>
                </a:solidFill>
                <a:highlight>
                  <a:srgbClr val="FFFF00"/>
                </a:highlight>
                <a:latin typeface="Arial"/>
              </a:rPr>
              <a:t>Our Drug (DRG001)</a:t>
            </a:r>
          </a:p>
          <a:p>
            <a:pPr marL="742950" lvl="1" indent="-285750">
              <a:spcBef>
                <a:spcPts val="200"/>
              </a:spcBef>
              <a:spcAft>
                <a:spcPts val="200"/>
              </a:spcAft>
              <a:buClr>
                <a:schemeClr val="bg2"/>
              </a:buClr>
              <a:buFont typeface="Wingdings" panose="05000000000000000000" pitchFamily="2" charset="2"/>
              <a:buChar char="§"/>
            </a:pPr>
            <a:r>
              <a:rPr lang="en-US" sz="1400" b="1" i="0" dirty="0">
                <a:solidFill>
                  <a:srgbClr val="000000"/>
                </a:solidFill>
                <a:highlight>
                  <a:srgbClr val="FFFF00"/>
                </a:highlight>
                <a:latin typeface="Arial"/>
              </a:rPr>
              <a:t>Competitor Drugs (all other drugs)</a:t>
            </a:r>
          </a:p>
          <a:p>
            <a:pPr>
              <a:spcBef>
                <a:spcPts val="200"/>
              </a:spcBef>
              <a:spcAft>
                <a:spcPts val="200"/>
              </a:spcAft>
            </a:pPr>
            <a:r>
              <a:rPr lang="en-US" sz="1400" b="0" i="0" dirty="0">
                <a:solidFill>
                  <a:srgbClr val="000000"/>
                </a:solidFill>
                <a:latin typeface="Arial"/>
              </a:rPr>
              <a:t>Next, identify which competitor drug accounts for the highest prescription volume and is capturing the largest share among your highest-alerting doctors.</a:t>
            </a:r>
            <a:endParaRPr sz="1400" b="0" i="0" dirty="0">
              <a:solidFill>
                <a:srgbClr val="000000"/>
              </a:solidFill>
              <a:latin typeface="Arial"/>
            </a:endParaRPr>
          </a:p>
        </p:txBody>
      </p:sp>
      <p:sp>
        <p:nvSpPr>
          <p:cNvPr id="15" name="TextBox 14">
            <a:extLst>
              <a:ext uri="{FF2B5EF4-FFF2-40B4-BE49-F238E27FC236}">
                <a16:creationId xmlns:a16="http://schemas.microsoft.com/office/drawing/2014/main" id="{7B3213CE-281F-3236-CE65-FB7F322C80FC}"/>
              </a:ext>
            </a:extLst>
          </p:cNvPr>
          <p:cNvSpPr txBox="1"/>
          <p:nvPr/>
        </p:nvSpPr>
        <p:spPr>
          <a:xfrm>
            <a:off x="664313" y="2953806"/>
            <a:ext cx="4809015" cy="261779"/>
          </a:xfrm>
          <a:prstGeom prst="rect">
            <a:avLst/>
          </a:prstGeom>
          <a:noFill/>
        </p:spPr>
        <p:txBody>
          <a:bodyPr wrap="square" lIns="0" tIns="0" rIns="0" bIns="0" anchor="t">
            <a:noAutofit/>
          </a:bodyPr>
          <a:lstStyle/>
          <a:p>
            <a:pPr algn="ctr">
              <a:lnSpc>
                <a:spcPct val="90000"/>
              </a:lnSpc>
              <a:spcAft>
                <a:spcPts val="100"/>
              </a:spcAft>
            </a:pPr>
            <a:r>
              <a:rPr lang="en-US" sz="1600" b="1" i="0">
                <a:solidFill>
                  <a:srgbClr val="001E96"/>
                </a:solidFill>
                <a:latin typeface="Arial"/>
              </a:rPr>
              <a:t>Prescription mix for </a:t>
            </a:r>
            <a:r>
              <a:rPr lang="en-US" sz="1600" b="1">
                <a:solidFill>
                  <a:srgbClr val="001E96"/>
                </a:solidFill>
              </a:rPr>
              <a:t>Top 10 </a:t>
            </a:r>
            <a:r>
              <a:rPr lang="en-US" sz="1600" b="1" i="0">
                <a:solidFill>
                  <a:srgbClr val="001E96"/>
                </a:solidFill>
                <a:latin typeface="Arial"/>
              </a:rPr>
              <a:t>alert-volume HCPs</a:t>
            </a:r>
          </a:p>
        </p:txBody>
      </p:sp>
      <p:sp>
        <p:nvSpPr>
          <p:cNvPr id="93" name="TextBox 92">
            <a:extLst>
              <a:ext uri="{FF2B5EF4-FFF2-40B4-BE49-F238E27FC236}">
                <a16:creationId xmlns:a16="http://schemas.microsoft.com/office/drawing/2014/main" id="{90E61104-E0D7-3E87-87F5-EC7A75EF603A}"/>
              </a:ext>
            </a:extLst>
          </p:cNvPr>
          <p:cNvSpPr txBox="1"/>
          <p:nvPr/>
        </p:nvSpPr>
        <p:spPr>
          <a:xfrm>
            <a:off x="6616380" y="2953806"/>
            <a:ext cx="5416497" cy="546946"/>
          </a:xfrm>
          <a:prstGeom prst="rect">
            <a:avLst/>
          </a:prstGeom>
          <a:noFill/>
        </p:spPr>
        <p:txBody>
          <a:bodyPr wrap="square" lIns="0" tIns="0" rIns="0" bIns="0" anchor="t">
            <a:noAutofit/>
          </a:bodyPr>
          <a:lstStyle/>
          <a:p>
            <a:pPr algn="ctr">
              <a:lnSpc>
                <a:spcPct val="90000"/>
              </a:lnSpc>
              <a:spcAft>
                <a:spcPts val="100"/>
              </a:spcAft>
            </a:pPr>
            <a:r>
              <a:rPr lang="en-US" sz="1600" b="1">
                <a:solidFill>
                  <a:srgbClr val="001E96"/>
                </a:solidFill>
                <a:latin typeface="Arial"/>
              </a:rPr>
              <a:t>Most prescribed</a:t>
            </a:r>
            <a:r>
              <a:rPr sz="1600" b="1" i="0">
                <a:solidFill>
                  <a:srgbClr val="001E96"/>
                </a:solidFill>
                <a:latin typeface="Arial"/>
              </a:rPr>
              <a:t> competitor drug among these HCPs</a:t>
            </a:r>
          </a:p>
        </p:txBody>
      </p:sp>
      <p:graphicFrame>
        <p:nvGraphicFramePr>
          <p:cNvPr id="2" name="Table 1">
            <a:extLst>
              <a:ext uri="{FF2B5EF4-FFF2-40B4-BE49-F238E27FC236}">
                <a16:creationId xmlns:a16="http://schemas.microsoft.com/office/drawing/2014/main" id="{8070C739-3FAB-DBE8-B4C6-2B422CEE2A8F}"/>
              </a:ext>
            </a:extLst>
          </p:cNvPr>
          <p:cNvGraphicFramePr>
            <a:graphicFrameLocks noGrp="1"/>
          </p:cNvGraphicFramePr>
          <p:nvPr>
            <p:extLst>
              <p:ext uri="{D42A27DB-BD31-4B8C-83A1-F6EECF244321}">
                <p14:modId xmlns:p14="http://schemas.microsoft.com/office/powerpoint/2010/main" val="2579850742"/>
              </p:ext>
            </p:extLst>
          </p:nvPr>
        </p:nvGraphicFramePr>
        <p:xfrm>
          <a:off x="6592824" y="3309577"/>
          <a:ext cx="5440053" cy="910884"/>
        </p:xfrm>
        <a:graphic>
          <a:graphicData uri="http://schemas.openxmlformats.org/drawingml/2006/table">
            <a:tbl>
              <a:tblPr firstRow="1" bandRow="1"/>
              <a:tblGrid>
                <a:gridCol w="1813351">
                  <a:extLst>
                    <a:ext uri="{9D8B030D-6E8A-4147-A177-3AD203B41FA5}">
                      <a16:colId xmlns:a16="http://schemas.microsoft.com/office/drawing/2014/main" val="2697255749"/>
                    </a:ext>
                  </a:extLst>
                </a:gridCol>
                <a:gridCol w="1813351">
                  <a:extLst>
                    <a:ext uri="{9D8B030D-6E8A-4147-A177-3AD203B41FA5}">
                      <a16:colId xmlns:a16="http://schemas.microsoft.com/office/drawing/2014/main" val="2710231654"/>
                    </a:ext>
                  </a:extLst>
                </a:gridCol>
                <a:gridCol w="1813351">
                  <a:extLst>
                    <a:ext uri="{9D8B030D-6E8A-4147-A177-3AD203B41FA5}">
                      <a16:colId xmlns:a16="http://schemas.microsoft.com/office/drawing/2014/main" val="968289227"/>
                    </a:ext>
                  </a:extLst>
                </a:gridCol>
              </a:tblGrid>
              <a:tr h="457513">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dirty="0">
                          <a:solidFill>
                            <a:schemeClr val="bg1"/>
                          </a:solidFill>
                          <a:effectLst/>
                          <a:latin typeface="+mj-lt"/>
                          <a:cs typeface="Arial" panose="020B0604020202020204" pitchFamily="34" charset="0"/>
                        </a:rPr>
                        <a:t>Competitor Drug Name</a:t>
                      </a:r>
                    </a:p>
                  </a:txBody>
                  <a:tcPr marL="9525" marR="9525"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err="1">
                          <a:solidFill>
                            <a:schemeClr val="bg1"/>
                          </a:solidFill>
                          <a:effectLst/>
                          <a:latin typeface="+mj-lt"/>
                          <a:cs typeface="Arial" panose="020B0604020202020204" pitchFamily="34" charset="0"/>
                        </a:rPr>
                        <a:t>Drug_ID</a:t>
                      </a:r>
                      <a:endParaRPr lang="en-US" sz="1400" b="1" i="0" u="none" strike="noStrike" dirty="0">
                        <a:solidFill>
                          <a:schemeClr val="bg1"/>
                        </a:solidFill>
                        <a:effectLst/>
                        <a:latin typeface="+mj-lt"/>
                        <a:cs typeface="Arial" panose="020B0604020202020204" pitchFamily="34" charset="0"/>
                      </a:endParaRPr>
                    </a:p>
                  </a:txBody>
                  <a:tcPr marL="9525" marR="9525"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panose="020B0604020202020204" pitchFamily="34" charset="0"/>
                        </a:rPr>
                        <a:t>Total Prescription Volume</a:t>
                      </a:r>
                    </a:p>
                  </a:txBody>
                  <a:tcPr marL="9525" marR="9525" marT="9525"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942547862"/>
                  </a:ext>
                </a:extLst>
              </a:tr>
              <a:tr h="453371">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7620" marR="7620" marT="762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8382137"/>
                  </a:ext>
                </a:extLst>
              </a:tr>
            </a:tbl>
          </a:graphicData>
        </a:graphic>
      </p:graphicFrame>
      <p:graphicFrame>
        <p:nvGraphicFramePr>
          <p:cNvPr id="3" name="Content Placeholder 9">
            <a:extLst>
              <a:ext uri="{FF2B5EF4-FFF2-40B4-BE49-F238E27FC236}">
                <a16:creationId xmlns:a16="http://schemas.microsoft.com/office/drawing/2014/main" id="{BAA0DD56-0CC9-F1B9-F327-81D1FEC58DF2}"/>
              </a:ext>
            </a:extLst>
          </p:cNvPr>
          <p:cNvGraphicFramePr>
            <a:graphicFrameLocks/>
          </p:cNvGraphicFramePr>
          <p:nvPr>
            <p:extLst>
              <p:ext uri="{D42A27DB-BD31-4B8C-83A1-F6EECF244321}">
                <p14:modId xmlns:p14="http://schemas.microsoft.com/office/powerpoint/2010/main" val="2693131940"/>
              </p:ext>
            </p:extLst>
          </p:nvPr>
        </p:nvGraphicFramePr>
        <p:xfrm>
          <a:off x="428644" y="3309577"/>
          <a:ext cx="5280353" cy="3323510"/>
        </p:xfrm>
        <a:graphic>
          <a:graphicData uri="http://schemas.openxmlformats.org/drawingml/2006/table">
            <a:tbl>
              <a:tblPr firstRow="1" bandRow="1"/>
              <a:tblGrid>
                <a:gridCol w="984473">
                  <a:extLst>
                    <a:ext uri="{9D8B030D-6E8A-4147-A177-3AD203B41FA5}">
                      <a16:colId xmlns:a16="http://schemas.microsoft.com/office/drawing/2014/main" val="20000"/>
                    </a:ext>
                  </a:extLst>
                </a:gridCol>
                <a:gridCol w="1073970">
                  <a:extLst>
                    <a:ext uri="{9D8B030D-6E8A-4147-A177-3AD203B41FA5}">
                      <a16:colId xmlns:a16="http://schemas.microsoft.com/office/drawing/2014/main" val="3867749177"/>
                    </a:ext>
                  </a:extLst>
                </a:gridCol>
                <a:gridCol w="1073970">
                  <a:extLst>
                    <a:ext uri="{9D8B030D-6E8A-4147-A177-3AD203B41FA5}">
                      <a16:colId xmlns:a16="http://schemas.microsoft.com/office/drawing/2014/main" val="915976798"/>
                    </a:ext>
                  </a:extLst>
                </a:gridCol>
                <a:gridCol w="1073970">
                  <a:extLst>
                    <a:ext uri="{9D8B030D-6E8A-4147-A177-3AD203B41FA5}">
                      <a16:colId xmlns:a16="http://schemas.microsoft.com/office/drawing/2014/main" val="20002"/>
                    </a:ext>
                  </a:extLst>
                </a:gridCol>
                <a:gridCol w="1073970">
                  <a:extLst>
                    <a:ext uri="{9D8B030D-6E8A-4147-A177-3AD203B41FA5}">
                      <a16:colId xmlns:a16="http://schemas.microsoft.com/office/drawing/2014/main" val="1920930531"/>
                    </a:ext>
                  </a:extLst>
                </a:gridCol>
              </a:tblGrid>
              <a:tr h="529079">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Alert 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HCP_ID</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Total Prescription Volume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 </a:t>
                      </a:r>
                    </a:p>
                    <a:p>
                      <a:pPr algn="ctr" fontAlgn="b"/>
                      <a:r>
                        <a:rPr lang="en-US" sz="1400" b="1" i="0" u="none" strike="noStrike">
                          <a:solidFill>
                            <a:schemeClr val="bg1"/>
                          </a:solidFill>
                          <a:effectLst/>
                          <a:latin typeface="+mj-lt"/>
                          <a:cs typeface="Arial"/>
                        </a:rPr>
                        <a:t>Our Drug Share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Competitor  Share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268343">
                <a:tc>
                  <a:txBody>
                    <a:bodyPr/>
                    <a:lstStyle/>
                    <a:p>
                      <a:pPr algn="ctr" fontAlgn="b">
                        <a:buNone/>
                      </a:pPr>
                      <a:r>
                        <a:rPr lang="en-IN" sz="14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21046"/>
                  </a:ext>
                </a:extLst>
              </a:tr>
              <a:tr h="268343">
                <a:tc>
                  <a:txBody>
                    <a:bodyPr/>
                    <a:lstStyle/>
                    <a:p>
                      <a:pPr algn="ctr" fontAlgn="b">
                        <a:buNone/>
                      </a:pPr>
                      <a:r>
                        <a:rPr lang="en-IN" sz="14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284290"/>
                  </a:ext>
                </a:extLst>
              </a:tr>
              <a:tr h="268343">
                <a:tc>
                  <a:txBody>
                    <a:bodyPr/>
                    <a:lstStyle/>
                    <a:p>
                      <a:pPr algn="ctr" fontAlgn="b">
                        <a:buNone/>
                      </a:pPr>
                      <a:r>
                        <a:rPr lang="en-IN" sz="14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6964857"/>
                  </a:ext>
                </a:extLst>
              </a:tr>
              <a:tr h="268343">
                <a:tc>
                  <a:txBody>
                    <a:bodyPr/>
                    <a:lstStyle/>
                    <a:p>
                      <a:pPr algn="ctr" fontAlgn="b">
                        <a:buNone/>
                      </a:pPr>
                      <a:r>
                        <a:rPr lang="en-IN" sz="14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3139912"/>
                  </a:ext>
                </a:extLst>
              </a:tr>
              <a:tr h="268343">
                <a:tc>
                  <a:txBody>
                    <a:bodyPr/>
                    <a:lstStyle/>
                    <a:p>
                      <a:pPr algn="ctr" fontAlgn="b">
                        <a:buNone/>
                      </a:pPr>
                      <a:r>
                        <a:rPr lang="en-IN" sz="14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8343">
                <a:tc>
                  <a:txBody>
                    <a:bodyPr/>
                    <a:lstStyle/>
                    <a:p>
                      <a:pPr algn="ctr" fontAlgn="b">
                        <a:buNone/>
                      </a:pPr>
                      <a:r>
                        <a:rPr lang="en-IN" sz="14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6670861"/>
                  </a:ext>
                </a:extLst>
              </a:tr>
              <a:tr h="268343">
                <a:tc>
                  <a:txBody>
                    <a:bodyPr/>
                    <a:lstStyle/>
                    <a:p>
                      <a:pPr algn="ctr" fontAlgn="b">
                        <a:buNone/>
                      </a:pPr>
                      <a:r>
                        <a:rPr lang="en-IN" sz="14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4797265"/>
                  </a:ext>
                </a:extLst>
              </a:tr>
              <a:tr h="268343">
                <a:tc>
                  <a:txBody>
                    <a:bodyPr/>
                    <a:lstStyle/>
                    <a:p>
                      <a:pPr algn="ctr" fontAlgn="b">
                        <a:buNone/>
                      </a:pPr>
                      <a:r>
                        <a:rPr lang="en-IN" sz="14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041201"/>
                  </a:ext>
                </a:extLst>
              </a:tr>
              <a:tr h="268343">
                <a:tc>
                  <a:txBody>
                    <a:bodyPr/>
                    <a:lstStyle/>
                    <a:p>
                      <a:pPr algn="ctr" fontAlgn="b">
                        <a:buNone/>
                      </a:pPr>
                      <a:r>
                        <a:rPr lang="en-IN" sz="1400" b="0" i="0" u="none" strike="noStrike">
                          <a:solidFill>
                            <a:srgbClr val="000000"/>
                          </a:solidFill>
                          <a:effectLst/>
                          <a:latin typeface="+mj-lt"/>
                        </a:rPr>
                        <a:t>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1830813"/>
                  </a:ext>
                </a:extLst>
              </a:tr>
              <a:tr h="268343">
                <a:tc>
                  <a:txBody>
                    <a:bodyPr/>
                    <a:lstStyle/>
                    <a:p>
                      <a:pPr algn="ctr" fontAlgn="b">
                        <a:buNone/>
                      </a:pPr>
                      <a:r>
                        <a:rPr lang="en-IN" sz="1400" b="0" i="0" u="none" strike="noStrike">
                          <a:solidFill>
                            <a:srgbClr val="000000"/>
                          </a:solidFill>
                          <a:effectLst/>
                          <a:latin typeface="+mj-lt"/>
                        </a:rPr>
                        <a:t>10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508931"/>
                  </a:ext>
                </a:extLst>
              </a:tr>
            </a:tbl>
          </a:graphicData>
        </a:graphic>
      </p:graphicFrame>
      <p:sp>
        <p:nvSpPr>
          <p:cNvPr id="4" name="Rectangle 3">
            <a:extLst>
              <a:ext uri="{FF2B5EF4-FFF2-40B4-BE49-F238E27FC236}">
                <a16:creationId xmlns:a16="http://schemas.microsoft.com/office/drawing/2014/main" id="{A88575D8-B644-AA27-3E3C-284E931D414D}"/>
              </a:ext>
            </a:extLst>
          </p:cNvPr>
          <p:cNvSpPr/>
          <p:nvPr/>
        </p:nvSpPr>
        <p:spPr>
          <a:xfrm>
            <a:off x="6616380" y="4562856"/>
            <a:ext cx="5416497" cy="2033655"/>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latin typeface="Arial" panose="020B0604020202020204" pitchFamily="34" charset="0"/>
                <a:cs typeface="Arial" panose="020B0604020202020204" pitchFamily="34" charset="0"/>
              </a:rPr>
              <a:t>Observations / Inferences</a:t>
            </a:r>
            <a:endParaRPr lang="en-IN" b="1" err="1">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4222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4F203-BFF0-1C03-C5E2-F68C972C3A5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3F086D2-5B01-992E-FE70-F0B29CA374E4}"/>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dirty="0">
                <a:solidFill>
                  <a:srgbClr val="001E96"/>
                </a:solidFill>
                <a:latin typeface="Arial"/>
              </a:rPr>
              <a:t>Question 4: </a:t>
            </a:r>
            <a:r>
              <a:rPr b="1" i="0" dirty="0">
                <a:solidFill>
                  <a:srgbClr val="001E96"/>
                </a:solidFill>
                <a:highlight>
                  <a:srgbClr val="FF0000"/>
                </a:highlight>
                <a:latin typeface="Arial"/>
              </a:rPr>
              <a:t>Which hospitals are sitting on the biggest untapped opportunity?</a:t>
            </a:r>
          </a:p>
        </p:txBody>
      </p:sp>
      <p:sp>
        <p:nvSpPr>
          <p:cNvPr id="12" name="Footer Placeholder 4">
            <a:extLst>
              <a:ext uri="{FF2B5EF4-FFF2-40B4-BE49-F238E27FC236}">
                <a16:creationId xmlns:a16="http://schemas.microsoft.com/office/drawing/2014/main" id="{9E4A7514-38A0-4A69-485E-5F4E56A1DC83}"/>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E8EECFCE-4B3A-EE87-676C-FEC3E609FE13}"/>
              </a:ext>
            </a:extLst>
          </p:cNvPr>
          <p:cNvSpPr>
            <a:spLocks noGrp="1"/>
          </p:cNvSpPr>
          <p:nvPr>
            <p:ph type="sldNum" sz="quarter" idx="4"/>
          </p:nvPr>
        </p:nvSpPr>
        <p:spPr/>
        <p:txBody>
          <a:bodyPr/>
          <a:lstStyle/>
          <a:p>
            <a:fld id="{611B2C2B-439E-457D-A75F-A794D509B660}" type="slidenum">
              <a:rPr lang="en-IN" smtClean="0"/>
              <a:pPr/>
              <a:t>7</a:t>
            </a:fld>
            <a:endParaRPr lang="en-IN"/>
          </a:p>
        </p:txBody>
      </p:sp>
      <p:sp>
        <p:nvSpPr>
          <p:cNvPr id="14" name="Rectangle 13">
            <a:extLst>
              <a:ext uri="{FF2B5EF4-FFF2-40B4-BE49-F238E27FC236}">
                <a16:creationId xmlns:a16="http://schemas.microsoft.com/office/drawing/2014/main" id="{43E4067E-00CB-6410-538F-FF0295AE2B83}"/>
              </a:ext>
            </a:extLst>
          </p:cNvPr>
          <p:cNvSpPr/>
          <p:nvPr/>
        </p:nvSpPr>
        <p:spPr>
          <a:xfrm>
            <a:off x="320040" y="1235086"/>
            <a:ext cx="11567160" cy="2001330"/>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a:spcBef>
                <a:spcPts val="300"/>
              </a:spcBef>
              <a:spcAft>
                <a:spcPts val="300"/>
              </a:spcAft>
            </a:pPr>
            <a:r>
              <a:rPr lang="en-US" sz="1400" b="0" i="0" dirty="0">
                <a:solidFill>
                  <a:srgbClr val="000000"/>
                </a:solidFill>
                <a:latin typeface="Arial"/>
              </a:rPr>
              <a:t>Using the Affiliation dataset, identify the </a:t>
            </a:r>
            <a:r>
              <a:rPr lang="en-US" sz="1400" b="1" i="0" dirty="0">
                <a:solidFill>
                  <a:srgbClr val="000000"/>
                </a:solidFill>
                <a:latin typeface="Arial"/>
              </a:rPr>
              <a:t>Top 10 accounts with the highest alert volume </a:t>
            </a:r>
            <a:r>
              <a:rPr lang="en-US" sz="1400" b="0" i="0" dirty="0">
                <a:solidFill>
                  <a:srgbClr val="000000"/>
                </a:solidFill>
                <a:latin typeface="Arial"/>
              </a:rPr>
              <a:t>based on activity generated by their affiliated doctors.</a:t>
            </a:r>
          </a:p>
          <a:p>
            <a:pPr>
              <a:spcBef>
                <a:spcPts val="300"/>
              </a:spcBef>
              <a:spcAft>
                <a:spcPts val="300"/>
              </a:spcAft>
            </a:pPr>
            <a:r>
              <a:rPr lang="en-US" sz="1400" b="0" i="0" dirty="0">
                <a:solidFill>
                  <a:srgbClr val="000000"/>
                </a:solidFill>
                <a:latin typeface="Arial"/>
              </a:rPr>
              <a:t>For these Top 10 accounts, calculate:</a:t>
            </a:r>
          </a:p>
          <a:p>
            <a:pPr marL="742950" lvl="1" indent="-285750">
              <a:spcBef>
                <a:spcPts val="300"/>
              </a:spcBef>
              <a:spcAft>
                <a:spcPts val="300"/>
              </a:spcAft>
              <a:buClr>
                <a:schemeClr val="bg2"/>
              </a:buClr>
              <a:buFont typeface="Wingdings" panose="05000000000000000000" pitchFamily="2" charset="2"/>
              <a:buChar char="§"/>
            </a:pPr>
            <a:r>
              <a:rPr lang="en-US" sz="1400" b="0" i="0" dirty="0">
                <a:solidFill>
                  <a:srgbClr val="000000"/>
                </a:solidFill>
                <a:latin typeface="Arial"/>
              </a:rPr>
              <a:t>Total Alert Count</a:t>
            </a:r>
          </a:p>
          <a:p>
            <a:pPr marL="742950" lvl="1" indent="-285750">
              <a:spcBef>
                <a:spcPts val="300"/>
              </a:spcBef>
              <a:spcAft>
                <a:spcPts val="300"/>
              </a:spcAft>
              <a:buClr>
                <a:schemeClr val="bg2"/>
              </a:buClr>
              <a:buFont typeface="Wingdings" panose="05000000000000000000" pitchFamily="2" charset="2"/>
              <a:buChar char="§"/>
            </a:pPr>
            <a:r>
              <a:rPr lang="en-US" sz="1400" b="0" i="0" dirty="0">
                <a:solidFill>
                  <a:srgbClr val="000000"/>
                </a:solidFill>
                <a:latin typeface="Arial"/>
              </a:rPr>
              <a:t>Our Drug Prescription Count (DRG001)</a:t>
            </a:r>
          </a:p>
          <a:p>
            <a:pPr marL="742950" lvl="1" indent="-285750">
              <a:spcBef>
                <a:spcPts val="300"/>
              </a:spcBef>
              <a:spcAft>
                <a:spcPts val="300"/>
              </a:spcAft>
              <a:buClr>
                <a:schemeClr val="bg2"/>
              </a:buClr>
              <a:buFont typeface="Wingdings" panose="05000000000000000000" pitchFamily="2" charset="2"/>
              <a:buChar char="§"/>
            </a:pPr>
            <a:r>
              <a:rPr lang="en-US" sz="1400" b="0" i="0" dirty="0">
                <a:solidFill>
                  <a:srgbClr val="000000"/>
                </a:solidFill>
                <a:latin typeface="Arial"/>
              </a:rPr>
              <a:t>Conversion Ratio - </a:t>
            </a:r>
            <a:r>
              <a:rPr lang="en-US" sz="1400" dirty="0">
                <a:solidFill>
                  <a:srgbClr val="000000"/>
                </a:solidFill>
                <a:latin typeface="Arial"/>
              </a:rPr>
              <a:t>defined as the proportion of prescription count relative to alert </a:t>
            </a:r>
            <a:r>
              <a:rPr lang="en-US" sz="1400" b="0" i="0" dirty="0">
                <a:solidFill>
                  <a:srgbClr val="000000"/>
                </a:solidFill>
                <a:latin typeface="Arial"/>
              </a:rPr>
              <a:t>count</a:t>
            </a:r>
          </a:p>
          <a:p>
            <a:pPr>
              <a:spcBef>
                <a:spcPts val="300"/>
              </a:spcBef>
              <a:spcAft>
                <a:spcPts val="300"/>
              </a:spcAft>
            </a:pPr>
            <a:r>
              <a:rPr lang="en-US" sz="1400" b="1" i="0" dirty="0">
                <a:solidFill>
                  <a:srgbClr val="000000"/>
                </a:solidFill>
                <a:latin typeface="Arial"/>
              </a:rPr>
              <a:t>Rank the accounts by lowest conversion ratio</a:t>
            </a:r>
            <a:r>
              <a:rPr lang="en-US" sz="1400" b="0" i="0" dirty="0">
                <a:solidFill>
                  <a:srgbClr val="000000"/>
                </a:solidFill>
                <a:latin typeface="Arial"/>
              </a:rPr>
              <a:t> to identify high-alert accounts with weak prescription conversion.</a:t>
            </a:r>
          </a:p>
        </p:txBody>
      </p:sp>
      <p:sp>
        <p:nvSpPr>
          <p:cNvPr id="15" name="TextBox 14">
            <a:extLst>
              <a:ext uri="{FF2B5EF4-FFF2-40B4-BE49-F238E27FC236}">
                <a16:creationId xmlns:a16="http://schemas.microsoft.com/office/drawing/2014/main" id="{58E27D03-3AD3-0EDE-6FC7-A718AD698C91}"/>
              </a:ext>
            </a:extLst>
          </p:cNvPr>
          <p:cNvSpPr txBox="1"/>
          <p:nvPr/>
        </p:nvSpPr>
        <p:spPr>
          <a:xfrm>
            <a:off x="4332885" y="3059378"/>
            <a:ext cx="3143853" cy="285104"/>
          </a:xfrm>
          <a:prstGeom prst="rect">
            <a:avLst/>
          </a:prstGeom>
          <a:noFill/>
        </p:spPr>
        <p:txBody>
          <a:bodyPr wrap="square" lIns="0" tIns="0" rIns="0" bIns="0" anchor="t">
            <a:noAutofit/>
          </a:bodyPr>
          <a:lstStyle/>
          <a:p>
            <a:pPr algn="l">
              <a:lnSpc>
                <a:spcPct val="90000"/>
              </a:lnSpc>
              <a:spcAft>
                <a:spcPts val="100"/>
              </a:spcAft>
            </a:pPr>
            <a:r>
              <a:rPr sz="1600" b="1" i="0">
                <a:solidFill>
                  <a:srgbClr val="001E96"/>
                </a:solidFill>
                <a:latin typeface="Arial"/>
              </a:rPr>
              <a:t>Top 10 accounts by alert </a:t>
            </a:r>
            <a:r>
              <a:rPr lang="en-US" sz="1600" b="1">
                <a:solidFill>
                  <a:srgbClr val="001E96"/>
                </a:solidFill>
                <a:latin typeface="Arial"/>
              </a:rPr>
              <a:t>count</a:t>
            </a:r>
            <a:endParaRPr sz="1600" b="1" i="0">
              <a:solidFill>
                <a:srgbClr val="001E96"/>
              </a:solidFill>
              <a:latin typeface="Arial"/>
            </a:endParaRPr>
          </a:p>
        </p:txBody>
      </p:sp>
      <p:graphicFrame>
        <p:nvGraphicFramePr>
          <p:cNvPr id="2" name="Table 1">
            <a:extLst>
              <a:ext uri="{FF2B5EF4-FFF2-40B4-BE49-F238E27FC236}">
                <a16:creationId xmlns:a16="http://schemas.microsoft.com/office/drawing/2014/main" id="{096B2A03-7A0B-CC78-D996-3EBF81271D78}"/>
              </a:ext>
            </a:extLst>
          </p:cNvPr>
          <p:cNvGraphicFramePr>
            <a:graphicFrameLocks noGrp="1"/>
          </p:cNvGraphicFramePr>
          <p:nvPr>
            <p:extLst>
              <p:ext uri="{D42A27DB-BD31-4B8C-83A1-F6EECF244321}">
                <p14:modId xmlns:p14="http://schemas.microsoft.com/office/powerpoint/2010/main" val="3579356229"/>
              </p:ext>
            </p:extLst>
          </p:nvPr>
        </p:nvGraphicFramePr>
        <p:xfrm>
          <a:off x="334963" y="3340000"/>
          <a:ext cx="11567159" cy="3112122"/>
        </p:xfrm>
        <a:graphic>
          <a:graphicData uri="http://schemas.openxmlformats.org/drawingml/2006/table">
            <a:tbl>
              <a:tblPr firstRow="1" bandRow="1"/>
              <a:tblGrid>
                <a:gridCol w="995585">
                  <a:extLst>
                    <a:ext uri="{9D8B030D-6E8A-4147-A177-3AD203B41FA5}">
                      <a16:colId xmlns:a16="http://schemas.microsoft.com/office/drawing/2014/main" val="2912075475"/>
                    </a:ext>
                  </a:extLst>
                </a:gridCol>
                <a:gridCol w="1965917">
                  <a:extLst>
                    <a:ext uri="{9D8B030D-6E8A-4147-A177-3AD203B41FA5}">
                      <a16:colId xmlns:a16="http://schemas.microsoft.com/office/drawing/2014/main" val="3160481757"/>
                    </a:ext>
                  </a:extLst>
                </a:gridCol>
                <a:gridCol w="2399263">
                  <a:extLst>
                    <a:ext uri="{9D8B030D-6E8A-4147-A177-3AD203B41FA5}">
                      <a16:colId xmlns:a16="http://schemas.microsoft.com/office/drawing/2014/main" val="2976691217"/>
                    </a:ext>
                  </a:extLst>
                </a:gridCol>
                <a:gridCol w="3540763">
                  <a:extLst>
                    <a:ext uri="{9D8B030D-6E8A-4147-A177-3AD203B41FA5}">
                      <a16:colId xmlns:a16="http://schemas.microsoft.com/office/drawing/2014/main" val="1708326666"/>
                    </a:ext>
                  </a:extLst>
                </a:gridCol>
                <a:gridCol w="2665631">
                  <a:extLst>
                    <a:ext uri="{9D8B030D-6E8A-4147-A177-3AD203B41FA5}">
                      <a16:colId xmlns:a16="http://schemas.microsoft.com/office/drawing/2014/main" val="3246613993"/>
                    </a:ext>
                  </a:extLst>
                </a:gridCol>
              </a:tblGrid>
              <a:tr h="367212">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err="1">
                          <a:solidFill>
                            <a:schemeClr val="bg1"/>
                          </a:solidFill>
                          <a:effectLst/>
                          <a:latin typeface="+mj-lt"/>
                          <a:cs typeface="Arial"/>
                        </a:rPr>
                        <a:t>Account_ID</a:t>
                      </a:r>
                      <a:endParaRPr lang="en-US" sz="1400" b="1" i="0" u="none" strike="noStrike">
                        <a:solidFill>
                          <a:schemeClr val="bg1"/>
                        </a:solidFill>
                        <a:effectLst/>
                        <a:latin typeface="+mj-lt"/>
                        <a:cs typeface="Arial"/>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Total Alerts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dirty="0">
                          <a:solidFill>
                            <a:schemeClr val="bg1"/>
                          </a:solidFill>
                          <a:effectLst/>
                          <a:latin typeface="+mj-lt"/>
                          <a:cs typeface="Arial"/>
                        </a:rPr>
                        <a:t>Our Drug Prescription Count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dirty="0">
                          <a:solidFill>
                            <a:schemeClr val="bg1"/>
                          </a:solidFill>
                          <a:effectLst/>
                          <a:latin typeface="+mj-lt"/>
                          <a:cs typeface="Arial"/>
                        </a:rPr>
                        <a:t>Conversion Ratio</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274491">
                <a:tc>
                  <a:txBody>
                    <a:bodyPr/>
                    <a:lstStyle/>
                    <a:p>
                      <a:pPr algn="ctr" fontAlgn="b">
                        <a:buNone/>
                      </a:pPr>
                      <a:r>
                        <a:rPr lang="en-IN" sz="14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109224"/>
                  </a:ext>
                </a:extLst>
              </a:tr>
              <a:tr h="274491">
                <a:tc>
                  <a:txBody>
                    <a:bodyPr/>
                    <a:lstStyle/>
                    <a:p>
                      <a:pPr algn="ctr" fontAlgn="b">
                        <a:buNone/>
                      </a:pPr>
                      <a:r>
                        <a:rPr lang="en-IN" sz="14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4730118"/>
                  </a:ext>
                </a:extLst>
              </a:tr>
              <a:tr h="274491">
                <a:tc>
                  <a:txBody>
                    <a:bodyPr/>
                    <a:lstStyle/>
                    <a:p>
                      <a:pPr algn="ctr" fontAlgn="b">
                        <a:buNone/>
                      </a:pPr>
                      <a:r>
                        <a:rPr lang="en-IN" sz="14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4322009"/>
                  </a:ext>
                </a:extLst>
              </a:tr>
              <a:tr h="274491">
                <a:tc>
                  <a:txBody>
                    <a:bodyPr/>
                    <a:lstStyle/>
                    <a:p>
                      <a:pPr algn="ctr" fontAlgn="b">
                        <a:buNone/>
                      </a:pPr>
                      <a:r>
                        <a:rPr lang="en-IN" sz="14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1597165"/>
                  </a:ext>
                </a:extLst>
              </a:tr>
              <a:tr h="274491">
                <a:tc>
                  <a:txBody>
                    <a:bodyPr/>
                    <a:lstStyle/>
                    <a:p>
                      <a:pPr algn="ctr" fontAlgn="b">
                        <a:buNone/>
                      </a:pPr>
                      <a:r>
                        <a:rPr lang="en-IN" sz="14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191730"/>
                  </a:ext>
                </a:extLst>
              </a:tr>
              <a:tr h="274491">
                <a:tc>
                  <a:txBody>
                    <a:bodyPr/>
                    <a:lstStyle/>
                    <a:p>
                      <a:pPr algn="ctr" fontAlgn="b">
                        <a:buNone/>
                      </a:pPr>
                      <a:r>
                        <a:rPr lang="en-IN" sz="14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36446"/>
                  </a:ext>
                </a:extLst>
              </a:tr>
              <a:tr h="274491">
                <a:tc>
                  <a:txBody>
                    <a:bodyPr/>
                    <a:lstStyle/>
                    <a:p>
                      <a:pPr algn="ctr" fontAlgn="b">
                        <a:buNone/>
                      </a:pPr>
                      <a:r>
                        <a:rPr lang="en-IN" sz="14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62173"/>
                  </a:ext>
                </a:extLst>
              </a:tr>
              <a:tr h="274491">
                <a:tc>
                  <a:txBody>
                    <a:bodyPr/>
                    <a:lstStyle/>
                    <a:p>
                      <a:pPr algn="ctr" fontAlgn="b">
                        <a:buNone/>
                      </a:pPr>
                      <a:r>
                        <a:rPr lang="en-IN" sz="14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372390"/>
                  </a:ext>
                </a:extLst>
              </a:tr>
              <a:tr h="274491">
                <a:tc>
                  <a:txBody>
                    <a:bodyPr/>
                    <a:lstStyle/>
                    <a:p>
                      <a:pPr algn="ctr" fontAlgn="b">
                        <a:buNone/>
                      </a:pPr>
                      <a:r>
                        <a:rPr lang="en-IN" sz="1400" b="0" i="0" u="none" strike="noStrike">
                          <a:solidFill>
                            <a:srgbClr val="000000"/>
                          </a:solidFill>
                          <a:effectLst/>
                          <a:latin typeface="+mj-lt"/>
                        </a:rPr>
                        <a:t>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274491">
                <a:tc>
                  <a:txBody>
                    <a:bodyPr/>
                    <a:lstStyle/>
                    <a:p>
                      <a:pPr algn="ctr" fontAlgn="b">
                        <a:buNone/>
                      </a:pPr>
                      <a:r>
                        <a:rPr lang="en-IN" sz="1400" b="0" i="0" u="none" strike="noStrike">
                          <a:solidFill>
                            <a:srgbClr val="000000"/>
                          </a:solidFill>
                          <a:effectLst/>
                          <a:latin typeface="+mj-lt"/>
                        </a:rPr>
                        <a:t>10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bl>
          </a:graphicData>
        </a:graphic>
      </p:graphicFrame>
    </p:spTree>
    <p:extLst>
      <p:ext uri="{BB962C8B-B14F-4D97-AF65-F5344CB8AC3E}">
        <p14:creationId xmlns:p14="http://schemas.microsoft.com/office/powerpoint/2010/main" val="2413371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FA1C-FAD2-83A6-D570-14D7B9111B7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5700770-98B2-37A2-C032-6AA3820B96FE}"/>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5: </a:t>
            </a:r>
            <a:r>
              <a:rPr lang="en-US" b="1" i="0">
                <a:solidFill>
                  <a:srgbClr val="001E96"/>
                </a:solidFill>
                <a:latin typeface="Arial"/>
              </a:rPr>
              <a:t>Which accounts represent the largest untapped prescription opportunity?</a:t>
            </a:r>
            <a:endParaRPr lang="en-IN"/>
          </a:p>
        </p:txBody>
      </p:sp>
      <p:sp>
        <p:nvSpPr>
          <p:cNvPr id="13" name="Slide Number Placeholder 12">
            <a:extLst>
              <a:ext uri="{FF2B5EF4-FFF2-40B4-BE49-F238E27FC236}">
                <a16:creationId xmlns:a16="http://schemas.microsoft.com/office/drawing/2014/main" id="{DED64BC1-9384-8D5A-A710-86FCB344E8E8}"/>
              </a:ext>
            </a:extLst>
          </p:cNvPr>
          <p:cNvSpPr>
            <a:spLocks noGrp="1"/>
          </p:cNvSpPr>
          <p:nvPr>
            <p:ph type="sldNum" sz="quarter" idx="4"/>
          </p:nvPr>
        </p:nvSpPr>
        <p:spPr/>
        <p:txBody>
          <a:bodyPr/>
          <a:lstStyle/>
          <a:p>
            <a:fld id="{611B2C2B-439E-457D-A75F-A794D509B660}" type="slidenum">
              <a:rPr lang="en-IN" smtClean="0"/>
              <a:pPr/>
              <a:t>8</a:t>
            </a:fld>
            <a:endParaRPr lang="en-IN"/>
          </a:p>
        </p:txBody>
      </p:sp>
      <p:sp>
        <p:nvSpPr>
          <p:cNvPr id="14" name="Rectangle 13"/>
          <p:cNvSpPr/>
          <p:nvPr/>
        </p:nvSpPr>
        <p:spPr>
          <a:xfrm>
            <a:off x="320040" y="1196986"/>
            <a:ext cx="11567160" cy="1033271"/>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fontAlgn="base">
              <a:spcBef>
                <a:spcPts val="200"/>
              </a:spcBef>
              <a:spcAft>
                <a:spcPts val="200"/>
              </a:spcAft>
            </a:pPr>
            <a:r>
              <a:rPr lang="en-US" sz="1400">
                <a:solidFill>
                  <a:schemeClr val="tx1"/>
                </a:solidFill>
              </a:rPr>
              <a:t>Using the Affiliation dataset, determine the </a:t>
            </a:r>
            <a:r>
              <a:rPr lang="en-US" sz="1400" b="1">
                <a:solidFill>
                  <a:schemeClr val="tx1"/>
                </a:solidFill>
              </a:rPr>
              <a:t>total number of doctors </a:t>
            </a:r>
            <a:r>
              <a:rPr lang="en-US" sz="1400">
                <a:solidFill>
                  <a:schemeClr val="tx1"/>
                </a:solidFill>
              </a:rPr>
              <a:t>associated with each account. Using prescription activity for Our Drug, calculate:</a:t>
            </a:r>
          </a:p>
          <a:p>
            <a:pPr marL="742950" lvl="1" indent="-285750" fontAlgn="base">
              <a:spcBef>
                <a:spcPts val="200"/>
              </a:spcBef>
              <a:spcAft>
                <a:spcPts val="200"/>
              </a:spcAft>
              <a:buClr>
                <a:schemeClr val="bg2"/>
              </a:buClr>
              <a:buFont typeface="Wingdings" panose="05000000000000000000" pitchFamily="2" charset="2"/>
              <a:buChar char="§"/>
            </a:pPr>
            <a:r>
              <a:rPr lang="en-US" sz="1400">
                <a:solidFill>
                  <a:schemeClr val="tx1"/>
                </a:solidFill>
              </a:rPr>
              <a:t>The number of </a:t>
            </a:r>
            <a:r>
              <a:rPr lang="en-US" sz="1400" b="1">
                <a:solidFill>
                  <a:schemeClr val="tx1"/>
                </a:solidFill>
              </a:rPr>
              <a:t>active prescribers </a:t>
            </a:r>
            <a:r>
              <a:rPr lang="en-US" sz="1400">
                <a:solidFill>
                  <a:schemeClr val="tx1"/>
                </a:solidFill>
              </a:rPr>
              <a:t>within each account</a:t>
            </a:r>
          </a:p>
          <a:p>
            <a:pPr marL="742950" lvl="1" indent="-285750" fontAlgn="base">
              <a:spcBef>
                <a:spcPts val="200"/>
              </a:spcBef>
              <a:spcAft>
                <a:spcPts val="200"/>
              </a:spcAft>
              <a:buClr>
                <a:schemeClr val="bg2"/>
              </a:buClr>
              <a:buFont typeface="Wingdings" panose="05000000000000000000" pitchFamily="2" charset="2"/>
              <a:buChar char="§"/>
            </a:pPr>
            <a:r>
              <a:rPr lang="en-US" sz="1400">
                <a:solidFill>
                  <a:schemeClr val="tx1"/>
                </a:solidFill>
              </a:rPr>
              <a:t>Total </a:t>
            </a:r>
            <a:r>
              <a:rPr lang="en-US" sz="1400" b="1">
                <a:solidFill>
                  <a:schemeClr val="tx1"/>
                </a:solidFill>
              </a:rPr>
              <a:t>prescription volume</a:t>
            </a:r>
            <a:r>
              <a:rPr lang="en-US" sz="1400">
                <a:solidFill>
                  <a:schemeClr val="tx1"/>
                </a:solidFill>
              </a:rPr>
              <a:t> at the account level</a:t>
            </a:r>
          </a:p>
          <a:p>
            <a:pPr fontAlgn="base">
              <a:spcBef>
                <a:spcPts val="200"/>
              </a:spcBef>
              <a:spcAft>
                <a:spcPts val="200"/>
              </a:spcAft>
            </a:pPr>
            <a:r>
              <a:rPr lang="en-US" sz="1400">
                <a:solidFill>
                  <a:schemeClr val="tx1"/>
                </a:solidFill>
              </a:rPr>
              <a:t>Finally, rank accounts by the </a:t>
            </a:r>
            <a:r>
              <a:rPr lang="en-US" sz="1400" b="1">
                <a:solidFill>
                  <a:schemeClr val="tx1"/>
                </a:solidFill>
              </a:rPr>
              <a:t>lowest prescriptions-per-active-doctor ratio</a:t>
            </a:r>
            <a:r>
              <a:rPr lang="en-US" sz="1400">
                <a:solidFill>
                  <a:schemeClr val="tx1"/>
                </a:solidFill>
              </a:rPr>
              <a:t> and identify the Top 10 accounts.</a:t>
            </a:r>
          </a:p>
          <a:p>
            <a:pPr fontAlgn="base">
              <a:spcBef>
                <a:spcPts val="200"/>
              </a:spcBef>
              <a:spcAft>
                <a:spcPts val="200"/>
              </a:spcAft>
            </a:pPr>
            <a:r>
              <a:rPr lang="en-US" sz="1400">
                <a:solidFill>
                  <a:schemeClr val="tx1"/>
                </a:solidFill>
              </a:rPr>
              <a:t>Additionally, create a scatter plot comparing account size vs prescriptions-per-active-doctor ratio, highlighting potential underperforming accounts.</a:t>
            </a:r>
          </a:p>
        </p:txBody>
      </p:sp>
      <p:sp>
        <p:nvSpPr>
          <p:cNvPr id="3" name="Footer Placeholder 4">
            <a:extLst>
              <a:ext uri="{FF2B5EF4-FFF2-40B4-BE49-F238E27FC236}">
                <a16:creationId xmlns:a16="http://schemas.microsoft.com/office/drawing/2014/main" id="{4C557400-9770-F55B-7775-7FDBEE4C9D27}"/>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4" name="TextBox 3">
            <a:extLst>
              <a:ext uri="{FF2B5EF4-FFF2-40B4-BE49-F238E27FC236}">
                <a16:creationId xmlns:a16="http://schemas.microsoft.com/office/drawing/2014/main" id="{7B550B2D-13FB-1DBE-0826-15A3AF2B5055}"/>
              </a:ext>
            </a:extLst>
          </p:cNvPr>
          <p:cNvSpPr txBox="1"/>
          <p:nvPr/>
        </p:nvSpPr>
        <p:spPr>
          <a:xfrm>
            <a:off x="3793147" y="2826543"/>
            <a:ext cx="4598997" cy="196345"/>
          </a:xfrm>
          <a:prstGeom prst="rect">
            <a:avLst/>
          </a:prstGeom>
          <a:noFill/>
        </p:spPr>
        <p:txBody>
          <a:bodyPr wrap="square" lIns="0" tIns="0" rIns="0" bIns="0" anchor="t">
            <a:noAutofit/>
          </a:bodyPr>
          <a:lstStyle/>
          <a:p>
            <a:pPr algn="l">
              <a:lnSpc>
                <a:spcPct val="90000"/>
              </a:lnSpc>
              <a:spcAft>
                <a:spcPts val="100"/>
              </a:spcAft>
            </a:pPr>
            <a:r>
              <a:rPr sz="1600" b="1" i="0" dirty="0">
                <a:solidFill>
                  <a:srgbClr val="001E96"/>
                </a:solidFill>
                <a:latin typeface="Arial"/>
              </a:rPr>
              <a:t>Account size vs company-drug sales efficiency</a:t>
            </a:r>
          </a:p>
        </p:txBody>
      </p:sp>
      <p:graphicFrame>
        <p:nvGraphicFramePr>
          <p:cNvPr id="5" name="Table 4">
            <a:extLst>
              <a:ext uri="{FF2B5EF4-FFF2-40B4-BE49-F238E27FC236}">
                <a16:creationId xmlns:a16="http://schemas.microsoft.com/office/drawing/2014/main" id="{3460F835-7C51-6056-0EC7-3D2E447695EF}"/>
              </a:ext>
            </a:extLst>
          </p:cNvPr>
          <p:cNvGraphicFramePr>
            <a:graphicFrameLocks noGrp="1"/>
          </p:cNvGraphicFramePr>
          <p:nvPr>
            <p:extLst>
              <p:ext uri="{D42A27DB-BD31-4B8C-83A1-F6EECF244321}">
                <p14:modId xmlns:p14="http://schemas.microsoft.com/office/powerpoint/2010/main" val="1450206301"/>
              </p:ext>
            </p:extLst>
          </p:nvPr>
        </p:nvGraphicFramePr>
        <p:xfrm>
          <a:off x="360578" y="3091069"/>
          <a:ext cx="11488523" cy="3514170"/>
        </p:xfrm>
        <a:graphic>
          <a:graphicData uri="http://schemas.openxmlformats.org/drawingml/2006/table">
            <a:tbl>
              <a:tblPr firstRow="1" bandRow="1"/>
              <a:tblGrid>
                <a:gridCol w="1538483">
                  <a:extLst>
                    <a:ext uri="{9D8B030D-6E8A-4147-A177-3AD203B41FA5}">
                      <a16:colId xmlns:a16="http://schemas.microsoft.com/office/drawing/2014/main" val="2912075475"/>
                    </a:ext>
                  </a:extLst>
                </a:gridCol>
                <a:gridCol w="2183152">
                  <a:extLst>
                    <a:ext uri="{9D8B030D-6E8A-4147-A177-3AD203B41FA5}">
                      <a16:colId xmlns:a16="http://schemas.microsoft.com/office/drawing/2014/main" val="3160481757"/>
                    </a:ext>
                  </a:extLst>
                </a:gridCol>
                <a:gridCol w="1941722">
                  <a:extLst>
                    <a:ext uri="{9D8B030D-6E8A-4147-A177-3AD203B41FA5}">
                      <a16:colId xmlns:a16="http://schemas.microsoft.com/office/drawing/2014/main" val="2976691217"/>
                    </a:ext>
                  </a:extLst>
                </a:gridCol>
                <a:gridCol w="1941722">
                  <a:extLst>
                    <a:ext uri="{9D8B030D-6E8A-4147-A177-3AD203B41FA5}">
                      <a16:colId xmlns:a16="http://schemas.microsoft.com/office/drawing/2014/main" val="1895165828"/>
                    </a:ext>
                  </a:extLst>
                </a:gridCol>
                <a:gridCol w="1941722">
                  <a:extLst>
                    <a:ext uri="{9D8B030D-6E8A-4147-A177-3AD203B41FA5}">
                      <a16:colId xmlns:a16="http://schemas.microsoft.com/office/drawing/2014/main" val="1708326666"/>
                    </a:ext>
                  </a:extLst>
                </a:gridCol>
                <a:gridCol w="1941722">
                  <a:extLst>
                    <a:ext uri="{9D8B030D-6E8A-4147-A177-3AD203B41FA5}">
                      <a16:colId xmlns:a16="http://schemas.microsoft.com/office/drawing/2014/main" val="3246613993"/>
                    </a:ext>
                  </a:extLst>
                </a:gridCol>
              </a:tblGrid>
              <a:tr h="413458">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err="1">
                          <a:solidFill>
                            <a:schemeClr val="bg1"/>
                          </a:solidFill>
                          <a:effectLst/>
                          <a:latin typeface="+mj-lt"/>
                          <a:cs typeface="Arial"/>
                        </a:rPr>
                        <a:t>Account_ID</a:t>
                      </a:r>
                      <a:endParaRPr lang="en-US" sz="1400" b="1" i="0" u="none" strike="noStrike">
                        <a:solidFill>
                          <a:schemeClr val="bg1"/>
                        </a:solidFill>
                        <a:effectLst/>
                        <a:latin typeface="+mj-lt"/>
                        <a:cs typeface="Arial"/>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kern="1200">
                          <a:solidFill>
                            <a:schemeClr val="bg1"/>
                          </a:solidFill>
                          <a:effectLst/>
                          <a:latin typeface="+mn-lt"/>
                          <a:ea typeface="+mn-ea"/>
                          <a:cs typeface="Arial"/>
                        </a:rPr>
                        <a:t># Affiliated Doctors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 Active Doctors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Our Drug </a:t>
                      </a:r>
                    </a:p>
                    <a:p>
                      <a:pPr algn="ctr" fontAlgn="b"/>
                      <a:r>
                        <a:rPr lang="en-US" sz="1400" b="1" i="0" u="none" strike="noStrike">
                          <a:solidFill>
                            <a:schemeClr val="bg1"/>
                          </a:solidFill>
                          <a:effectLst/>
                          <a:latin typeface="+mj-lt"/>
                          <a:cs typeface="Arial"/>
                        </a:rPr>
                        <a:t>Prescription Volume</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Prescription Volume per Active Doctor</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308745">
                <a:tc>
                  <a:txBody>
                    <a:bodyPr/>
                    <a:lstStyle/>
                    <a:p>
                      <a:pPr algn="ctr" fontAlgn="b">
                        <a:buNone/>
                      </a:pPr>
                      <a:r>
                        <a:rPr lang="en-IN" sz="12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109224"/>
                  </a:ext>
                </a:extLst>
              </a:tr>
              <a:tr h="308745">
                <a:tc>
                  <a:txBody>
                    <a:bodyPr/>
                    <a:lstStyle/>
                    <a:p>
                      <a:pPr algn="ctr" fontAlgn="b">
                        <a:buNone/>
                      </a:pPr>
                      <a:r>
                        <a:rPr lang="en-IN" sz="12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4730118"/>
                  </a:ext>
                </a:extLst>
              </a:tr>
              <a:tr h="308745">
                <a:tc>
                  <a:txBody>
                    <a:bodyPr/>
                    <a:lstStyle/>
                    <a:p>
                      <a:pPr algn="ctr" fontAlgn="b">
                        <a:buNone/>
                      </a:pPr>
                      <a:r>
                        <a:rPr lang="en-IN" sz="12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4322009"/>
                  </a:ext>
                </a:extLst>
              </a:tr>
              <a:tr h="308745">
                <a:tc>
                  <a:txBody>
                    <a:bodyPr/>
                    <a:lstStyle/>
                    <a:p>
                      <a:pPr algn="ctr" fontAlgn="b">
                        <a:buNone/>
                      </a:pPr>
                      <a:r>
                        <a:rPr lang="en-IN" sz="12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1597165"/>
                  </a:ext>
                </a:extLst>
              </a:tr>
              <a:tr h="308745">
                <a:tc>
                  <a:txBody>
                    <a:bodyPr/>
                    <a:lstStyle/>
                    <a:p>
                      <a:pPr algn="ctr" fontAlgn="b">
                        <a:buNone/>
                      </a:pPr>
                      <a:r>
                        <a:rPr lang="en-IN" sz="12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191730"/>
                  </a:ext>
                </a:extLst>
              </a:tr>
              <a:tr h="308745">
                <a:tc>
                  <a:txBody>
                    <a:bodyPr/>
                    <a:lstStyle/>
                    <a:p>
                      <a:pPr algn="ctr" fontAlgn="b">
                        <a:buNone/>
                      </a:pPr>
                      <a:r>
                        <a:rPr lang="en-IN" sz="12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36446"/>
                  </a:ext>
                </a:extLst>
              </a:tr>
              <a:tr h="308745">
                <a:tc>
                  <a:txBody>
                    <a:bodyPr/>
                    <a:lstStyle/>
                    <a:p>
                      <a:pPr algn="ctr" fontAlgn="b">
                        <a:buNone/>
                      </a:pPr>
                      <a:r>
                        <a:rPr lang="en-IN" sz="12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62173"/>
                  </a:ext>
                </a:extLst>
              </a:tr>
              <a:tr h="308745">
                <a:tc>
                  <a:txBody>
                    <a:bodyPr/>
                    <a:lstStyle/>
                    <a:p>
                      <a:pPr algn="ctr" fontAlgn="b">
                        <a:buNone/>
                      </a:pPr>
                      <a:r>
                        <a:rPr lang="en-IN" sz="12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4372390"/>
                  </a:ext>
                </a:extLst>
              </a:tr>
              <a:tr h="308745">
                <a:tc>
                  <a:txBody>
                    <a:bodyPr/>
                    <a:lstStyle/>
                    <a:p>
                      <a:pPr algn="ctr" fontAlgn="b">
                        <a:buNone/>
                      </a:pPr>
                      <a:r>
                        <a:rPr lang="en-IN" sz="1200" b="0" i="0" u="none" strike="noStrike">
                          <a:solidFill>
                            <a:srgbClr val="000000"/>
                          </a:solidFill>
                          <a:effectLst/>
                          <a:latin typeface="+mj-lt"/>
                        </a:rPr>
                        <a:t>9</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308745">
                <a:tc>
                  <a:txBody>
                    <a:bodyPr/>
                    <a:lstStyle/>
                    <a:p>
                      <a:pPr algn="ctr" fontAlgn="b">
                        <a:buNone/>
                      </a:pPr>
                      <a:r>
                        <a:rPr lang="en-IN" sz="1200" b="0" i="0" u="none" strike="noStrike">
                          <a:solidFill>
                            <a:srgbClr val="000000"/>
                          </a:solidFill>
                          <a:effectLst/>
                          <a:latin typeface="+mj-lt"/>
                        </a:rPr>
                        <a:t>10</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2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bl>
          </a:graphicData>
        </a:graphic>
      </p:graphicFrame>
    </p:spTree>
    <p:extLst>
      <p:ext uri="{BB962C8B-B14F-4D97-AF65-F5344CB8AC3E}">
        <p14:creationId xmlns:p14="http://schemas.microsoft.com/office/powerpoint/2010/main" val="212074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1FE8-3789-C3EA-487C-826F20E2B802}"/>
              </a:ext>
            </a:extLst>
          </p:cNvPr>
          <p:cNvSpPr>
            <a:spLocks noGrp="1"/>
          </p:cNvSpPr>
          <p:nvPr>
            <p:ph type="title"/>
          </p:nvPr>
        </p:nvSpPr>
        <p:spPr/>
        <p:txBody>
          <a:bodyPr/>
          <a:lstStyle/>
          <a:p>
            <a:endParaRPr lang="en-US" dirty="0"/>
          </a:p>
        </p:txBody>
      </p:sp>
      <p:graphicFrame>
        <p:nvGraphicFramePr>
          <p:cNvPr id="10" name="Content Placeholder 9">
            <a:extLst>
              <a:ext uri="{FF2B5EF4-FFF2-40B4-BE49-F238E27FC236}">
                <a16:creationId xmlns:a16="http://schemas.microsoft.com/office/drawing/2014/main" id="{8E3172FA-AAD6-2CD1-59A6-9D217CB37476}"/>
              </a:ext>
            </a:extLst>
          </p:cNvPr>
          <p:cNvGraphicFramePr>
            <a:graphicFrameLocks noGrp="1"/>
          </p:cNvGraphicFramePr>
          <p:nvPr>
            <p:ph idx="1"/>
            <p:extLst>
              <p:ext uri="{D42A27DB-BD31-4B8C-83A1-F6EECF244321}">
                <p14:modId xmlns:p14="http://schemas.microsoft.com/office/powerpoint/2010/main" val="826976474"/>
              </p:ext>
            </p:extLst>
          </p:nvPr>
        </p:nvGraphicFramePr>
        <p:xfrm>
          <a:off x="243524" y="1287081"/>
          <a:ext cx="8370124" cy="4690243"/>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46B8963F-524E-21B4-E41D-95761EAF77B1}"/>
              </a:ext>
            </a:extLst>
          </p:cNvPr>
          <p:cNvSpPr>
            <a:spLocks noGrp="1"/>
          </p:cNvSpPr>
          <p:nvPr>
            <p:ph type="sldNum" sz="quarter" idx="4"/>
          </p:nvPr>
        </p:nvSpPr>
        <p:spPr/>
        <p:txBody>
          <a:bodyPr/>
          <a:lstStyle/>
          <a:p>
            <a:fld id="{611B2C2B-439E-457D-A75F-A794D509B660}" type="slidenum">
              <a:rPr lang="en-IN" smtClean="0"/>
              <a:pPr/>
              <a:t>9</a:t>
            </a:fld>
            <a:endParaRPr lang="en-IN"/>
          </a:p>
        </p:txBody>
      </p:sp>
      <p:sp>
        <p:nvSpPr>
          <p:cNvPr id="5" name="Footer Placeholder 4">
            <a:extLst>
              <a:ext uri="{FF2B5EF4-FFF2-40B4-BE49-F238E27FC236}">
                <a16:creationId xmlns:a16="http://schemas.microsoft.com/office/drawing/2014/main" id="{EFF91AB2-0712-470F-7C5B-A86EE9335F0A}"/>
              </a:ext>
            </a:extLst>
          </p:cNvPr>
          <p:cNvSpPr>
            <a:spLocks noGrp="1"/>
          </p:cNvSpPr>
          <p:nvPr>
            <p:ph type="ftr" sz="quarter" idx="3"/>
          </p:nvPr>
        </p:nvSpPr>
        <p:spPr/>
        <p:txBody>
          <a:bodyPr/>
          <a:lstStyle/>
          <a:p>
            <a:r>
              <a:rPr lang="en-US"/>
              <a:t>© 2026 ProcDNA</a:t>
            </a:r>
          </a:p>
        </p:txBody>
      </p:sp>
      <p:sp>
        <p:nvSpPr>
          <p:cNvPr id="6" name="Text Placeholder 5">
            <a:extLst>
              <a:ext uri="{FF2B5EF4-FFF2-40B4-BE49-F238E27FC236}">
                <a16:creationId xmlns:a16="http://schemas.microsoft.com/office/drawing/2014/main" id="{4DDF43CB-6FBB-8989-EA8E-7E25822342FA}"/>
              </a:ext>
            </a:extLst>
          </p:cNvPr>
          <p:cNvSpPr>
            <a:spLocks noGrp="1"/>
          </p:cNvSpPr>
          <p:nvPr>
            <p:ph type="body" sz="quarter" idx="10"/>
          </p:nvPr>
        </p:nvSpPr>
        <p:spPr/>
        <p:txBody>
          <a:bodyPr/>
          <a:lstStyle/>
          <a:p>
            <a:endParaRPr lang="en-US"/>
          </a:p>
        </p:txBody>
      </p:sp>
      <p:sp>
        <p:nvSpPr>
          <p:cNvPr id="7" name="Text Placeholder 6">
            <a:extLst>
              <a:ext uri="{FF2B5EF4-FFF2-40B4-BE49-F238E27FC236}">
                <a16:creationId xmlns:a16="http://schemas.microsoft.com/office/drawing/2014/main" id="{783D2ED6-1297-314D-392E-02C29EA2BDD9}"/>
              </a:ext>
            </a:extLst>
          </p:cNvPr>
          <p:cNvSpPr>
            <a:spLocks noGrp="1"/>
          </p:cNvSpPr>
          <p:nvPr>
            <p:ph type="body" sz="quarter" idx="11"/>
          </p:nvPr>
        </p:nvSpPr>
        <p:spPr/>
        <p:txBody>
          <a:bodyPr/>
          <a:lstStyle/>
          <a:p>
            <a:endParaRPr lang="en-US"/>
          </a:p>
        </p:txBody>
      </p:sp>
      <p:sp>
        <p:nvSpPr>
          <p:cNvPr id="3" name="Rectangle 2">
            <a:extLst>
              <a:ext uri="{FF2B5EF4-FFF2-40B4-BE49-F238E27FC236}">
                <a16:creationId xmlns:a16="http://schemas.microsoft.com/office/drawing/2014/main" id="{B5BF5D88-4EB1-BAF7-B3F9-CC0F5DAF1631}"/>
              </a:ext>
            </a:extLst>
          </p:cNvPr>
          <p:cNvSpPr/>
          <p:nvPr/>
        </p:nvSpPr>
        <p:spPr>
          <a:xfrm>
            <a:off x="8707161" y="1407846"/>
            <a:ext cx="3241315" cy="404230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tx1"/>
                </a:solidFill>
              </a:rPr>
              <a:t>What strategic inferences can be derived?</a:t>
            </a:r>
            <a:endParaRPr lang="en-IN" sz="16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950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197E2-6F36-6B95-AFC8-59A387DF668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F2517B8-733B-81CB-6BD7-678AA3DFCCB2}"/>
              </a:ext>
            </a:extLst>
          </p:cNvPr>
          <p:cNvSpPr>
            <a:spLocks noGrp="1"/>
          </p:cNvSpPr>
          <p:nvPr>
            <p:ph type="title"/>
          </p:nvPr>
        </p:nvSpPr>
        <p:spPr>
          <a:xfrm>
            <a:off x="334963" y="409069"/>
            <a:ext cx="11520000" cy="659636"/>
          </a:xfrm>
        </p:spPr>
        <p:txBody>
          <a:bodyPr wrap="square" lIns="0" tIns="0" rIns="0" bIns="0" anchor="b">
            <a:normAutofit/>
          </a:bodyPr>
          <a:lstStyle/>
          <a:p>
            <a:pPr algn="l">
              <a:lnSpc>
                <a:spcPct val="90000"/>
              </a:lnSpc>
              <a:spcAft>
                <a:spcPts val="100"/>
              </a:spcAft>
            </a:pPr>
            <a:r>
              <a:rPr b="1" i="0">
                <a:solidFill>
                  <a:srgbClr val="001E96"/>
                </a:solidFill>
                <a:latin typeface="Arial"/>
              </a:rPr>
              <a:t>Question 6: Did alerts actually change doctor behavior</a:t>
            </a:r>
            <a:r>
              <a:rPr lang="en-US" b="1" i="0">
                <a:solidFill>
                  <a:srgbClr val="001E96"/>
                </a:solidFill>
                <a:latin typeface="Arial"/>
              </a:rPr>
              <a:t> -</a:t>
            </a:r>
            <a:r>
              <a:rPr b="1" i="0">
                <a:solidFill>
                  <a:srgbClr val="001E96"/>
                </a:solidFill>
                <a:latin typeface="Arial"/>
              </a:rPr>
              <a:t> before vs. after?</a:t>
            </a:r>
            <a:endParaRPr lang="en-IN"/>
          </a:p>
        </p:txBody>
      </p:sp>
      <p:sp>
        <p:nvSpPr>
          <p:cNvPr id="13" name="Slide Number Placeholder 12">
            <a:extLst>
              <a:ext uri="{FF2B5EF4-FFF2-40B4-BE49-F238E27FC236}">
                <a16:creationId xmlns:a16="http://schemas.microsoft.com/office/drawing/2014/main" id="{8B9D58F0-0D26-38B5-960D-2DC4C43B09AC}"/>
              </a:ext>
            </a:extLst>
          </p:cNvPr>
          <p:cNvSpPr>
            <a:spLocks noGrp="1"/>
          </p:cNvSpPr>
          <p:nvPr>
            <p:ph type="sldNum" sz="quarter" idx="4"/>
          </p:nvPr>
        </p:nvSpPr>
        <p:spPr/>
        <p:txBody>
          <a:bodyPr/>
          <a:lstStyle/>
          <a:p>
            <a:fld id="{611B2C2B-439E-457D-A75F-A794D509B660}" type="slidenum">
              <a:rPr lang="en-IN" smtClean="0"/>
              <a:pPr/>
              <a:t>10</a:t>
            </a:fld>
            <a:endParaRPr lang="en-IN"/>
          </a:p>
        </p:txBody>
      </p:sp>
      <p:sp>
        <p:nvSpPr>
          <p:cNvPr id="14" name="Rectangle 13">
            <a:extLst>
              <a:ext uri="{FF2B5EF4-FFF2-40B4-BE49-F238E27FC236}">
                <a16:creationId xmlns:a16="http://schemas.microsoft.com/office/drawing/2014/main" id="{0A8DA8B2-3025-E9AF-549C-51B0F505AD2D}"/>
              </a:ext>
            </a:extLst>
          </p:cNvPr>
          <p:cNvSpPr/>
          <p:nvPr/>
        </p:nvSpPr>
        <p:spPr>
          <a:xfrm>
            <a:off x="320040" y="1235086"/>
            <a:ext cx="11567160" cy="969264"/>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rmAutofit lnSpcReduction="10000"/>
          </a:bodyPr>
          <a:lstStyle/>
          <a:p>
            <a:pPr>
              <a:spcBef>
                <a:spcPts val="300"/>
              </a:spcBef>
              <a:spcAft>
                <a:spcPts val="300"/>
              </a:spcAft>
            </a:pPr>
            <a:r>
              <a:rPr sz="1400" b="1" i="0" dirty="0">
                <a:solidFill>
                  <a:srgbClr val="000000"/>
                </a:solidFill>
                <a:latin typeface="Arial"/>
              </a:rPr>
              <a:t>Part A </a:t>
            </a:r>
            <a:r>
              <a:rPr lang="en-US" sz="1400" b="1" i="0" dirty="0">
                <a:solidFill>
                  <a:srgbClr val="000000"/>
                </a:solidFill>
                <a:latin typeface="Arial"/>
              </a:rPr>
              <a:t>-</a:t>
            </a:r>
            <a:r>
              <a:rPr sz="1400" b="1" i="0" dirty="0">
                <a:solidFill>
                  <a:srgbClr val="000000"/>
                </a:solidFill>
                <a:latin typeface="Arial"/>
              </a:rPr>
              <a:t> Basic lift:</a:t>
            </a:r>
            <a:r>
              <a:rPr sz="1400" b="0" i="0" dirty="0">
                <a:solidFill>
                  <a:srgbClr val="000000"/>
                </a:solidFill>
                <a:latin typeface="Arial"/>
              </a:rPr>
              <a:t> Define a 90-day before and 90-day after window around each doctor's first</a:t>
            </a:r>
            <a:r>
              <a:rPr lang="en-US" sz="1400" b="0" i="0" dirty="0">
                <a:solidFill>
                  <a:srgbClr val="000000"/>
                </a:solidFill>
                <a:latin typeface="Arial"/>
              </a:rPr>
              <a:t> positive</a:t>
            </a:r>
            <a:r>
              <a:rPr sz="1400" b="0" i="0" dirty="0">
                <a:solidFill>
                  <a:srgbClr val="000000"/>
                </a:solidFill>
                <a:latin typeface="Arial"/>
              </a:rPr>
              <a:t> alert. Calculate prescription volume for our drug in each window. </a:t>
            </a:r>
            <a:r>
              <a:rPr lang="en-US" sz="1400" dirty="0">
                <a:solidFill>
                  <a:srgbClr val="000000"/>
                </a:solidFill>
                <a:latin typeface="Arial"/>
              </a:rPr>
              <a:t>Rank Top 10 HCPs by lift % with highest lift being Rank 1</a:t>
            </a:r>
            <a:r>
              <a:rPr sz="1400" b="0" i="0" dirty="0">
                <a:solidFill>
                  <a:srgbClr val="000000"/>
                </a:solidFill>
                <a:latin typeface="Arial"/>
              </a:rPr>
              <a:t>?
</a:t>
            </a:r>
            <a:r>
              <a:rPr sz="1400" b="1" i="0" dirty="0">
                <a:solidFill>
                  <a:srgbClr val="000000"/>
                </a:solidFill>
                <a:latin typeface="Arial"/>
              </a:rPr>
              <a:t>Part B </a:t>
            </a:r>
            <a:r>
              <a:rPr lang="en-US" sz="1400" b="1" i="0" dirty="0">
                <a:solidFill>
                  <a:srgbClr val="000000"/>
                </a:solidFill>
                <a:latin typeface="Arial"/>
              </a:rPr>
              <a:t>-</a:t>
            </a:r>
            <a:r>
              <a:rPr sz="1400" b="1" i="0" dirty="0">
                <a:solidFill>
                  <a:srgbClr val="000000"/>
                </a:solidFill>
                <a:latin typeface="Arial"/>
              </a:rPr>
              <a:t> Segment the lift:</a:t>
            </a:r>
            <a:r>
              <a:rPr sz="1400" b="0" i="0" dirty="0">
                <a:solidFill>
                  <a:srgbClr val="000000"/>
                </a:solidFill>
                <a:latin typeface="Arial"/>
              </a:rPr>
              <a:t> Split </a:t>
            </a:r>
            <a:r>
              <a:rPr lang="en-US" sz="1400" b="0" i="0" dirty="0">
                <a:solidFill>
                  <a:srgbClr val="000000"/>
                </a:solidFill>
                <a:latin typeface="Arial"/>
              </a:rPr>
              <a:t>all </a:t>
            </a:r>
            <a:r>
              <a:rPr sz="1400" b="0" i="0" dirty="0">
                <a:solidFill>
                  <a:srgbClr val="000000"/>
                </a:solidFill>
                <a:latin typeface="Arial"/>
              </a:rPr>
              <a:t>doctors into </a:t>
            </a:r>
            <a:r>
              <a:rPr lang="en-US" sz="1400" b="0" i="0" dirty="0">
                <a:solidFill>
                  <a:srgbClr val="000000"/>
                </a:solidFill>
                <a:latin typeface="Arial"/>
              </a:rPr>
              <a:t>3 behavioral bucket as </a:t>
            </a:r>
            <a:r>
              <a:rPr lang="en-GB" sz="1400" b="0" i="0" dirty="0">
                <a:solidFill>
                  <a:srgbClr val="000000"/>
                </a:solidFill>
                <a:latin typeface="Arial"/>
              </a:rPr>
              <a:t>mentioned in the formula table</a:t>
            </a:r>
            <a:r>
              <a:rPr sz="1400" b="0" i="0" dirty="0">
                <a:solidFill>
                  <a:srgbClr val="000000"/>
                </a:solidFill>
                <a:latin typeface="Arial"/>
              </a:rPr>
              <a:t>. Does the lift look different across the </a:t>
            </a:r>
            <a:r>
              <a:rPr lang="en-US" sz="1400" b="0" i="0" dirty="0">
                <a:solidFill>
                  <a:srgbClr val="000000"/>
                </a:solidFill>
                <a:latin typeface="Arial"/>
              </a:rPr>
              <a:t>three </a:t>
            </a:r>
            <a:r>
              <a:rPr sz="1400" b="0" i="0" dirty="0">
                <a:solidFill>
                  <a:srgbClr val="000000"/>
                </a:solidFill>
                <a:latin typeface="Arial"/>
              </a:rPr>
              <a:t>groups? Which group shows stronge</a:t>
            </a:r>
            <a:r>
              <a:rPr lang="en-US" sz="1400" b="0" i="0" dirty="0">
                <a:solidFill>
                  <a:srgbClr val="000000"/>
                </a:solidFill>
                <a:latin typeface="Arial"/>
              </a:rPr>
              <a:t>st</a:t>
            </a:r>
            <a:r>
              <a:rPr sz="1400" b="0" i="0" dirty="0">
                <a:solidFill>
                  <a:srgbClr val="000000"/>
                </a:solidFill>
                <a:latin typeface="Arial"/>
              </a:rPr>
              <a:t> commercial impact?</a:t>
            </a:r>
          </a:p>
        </p:txBody>
      </p:sp>
      <p:sp>
        <p:nvSpPr>
          <p:cNvPr id="15" name="TextBox 14">
            <a:extLst>
              <a:ext uri="{FF2B5EF4-FFF2-40B4-BE49-F238E27FC236}">
                <a16:creationId xmlns:a16="http://schemas.microsoft.com/office/drawing/2014/main" id="{BE2AFF5D-B1B8-CAFB-67CD-B460C8351E76}"/>
              </a:ext>
            </a:extLst>
          </p:cNvPr>
          <p:cNvSpPr txBox="1"/>
          <p:nvPr/>
        </p:nvSpPr>
        <p:spPr>
          <a:xfrm>
            <a:off x="1867773" y="2186477"/>
            <a:ext cx="3808252" cy="235623"/>
          </a:xfrm>
          <a:prstGeom prst="rect">
            <a:avLst/>
          </a:prstGeom>
          <a:noFill/>
        </p:spPr>
        <p:txBody>
          <a:bodyPr wrap="square" lIns="0" tIns="0" rIns="0" bIns="0" anchor="t">
            <a:noAutofit/>
          </a:bodyPr>
          <a:lstStyle/>
          <a:p>
            <a:pPr algn="ctr">
              <a:lnSpc>
                <a:spcPct val="90000"/>
              </a:lnSpc>
              <a:spcAft>
                <a:spcPts val="100"/>
              </a:spcAft>
            </a:pPr>
            <a:r>
              <a:rPr lang="en-US" sz="1600" b="1" i="0">
                <a:solidFill>
                  <a:srgbClr val="001E96"/>
                </a:solidFill>
                <a:latin typeface="Arial"/>
              </a:rPr>
              <a:t>Part A: </a:t>
            </a:r>
            <a:r>
              <a:rPr sz="1600" b="1" i="0">
                <a:solidFill>
                  <a:srgbClr val="001E96"/>
                </a:solidFill>
                <a:latin typeface="Arial"/>
              </a:rPr>
              <a:t>HCP-level before</a:t>
            </a:r>
            <a:r>
              <a:rPr lang="en-US" sz="1600" b="1" i="0">
                <a:solidFill>
                  <a:srgbClr val="001E96"/>
                </a:solidFill>
                <a:latin typeface="Arial"/>
              </a:rPr>
              <a:t> </a:t>
            </a:r>
            <a:r>
              <a:rPr sz="1600" b="1" i="0">
                <a:solidFill>
                  <a:srgbClr val="001E96"/>
                </a:solidFill>
                <a:latin typeface="Arial"/>
              </a:rPr>
              <a:t>/</a:t>
            </a:r>
            <a:r>
              <a:rPr lang="en-US" sz="1600" b="1" i="0">
                <a:solidFill>
                  <a:srgbClr val="001E96"/>
                </a:solidFill>
                <a:latin typeface="Arial"/>
              </a:rPr>
              <a:t> </a:t>
            </a:r>
            <a:r>
              <a:rPr sz="1600" b="1" i="0">
                <a:solidFill>
                  <a:srgbClr val="001E96"/>
                </a:solidFill>
                <a:latin typeface="Arial"/>
              </a:rPr>
              <a:t>after lift</a:t>
            </a:r>
          </a:p>
        </p:txBody>
      </p:sp>
      <p:sp>
        <p:nvSpPr>
          <p:cNvPr id="88" name="TextBox 87">
            <a:extLst>
              <a:ext uri="{FF2B5EF4-FFF2-40B4-BE49-F238E27FC236}">
                <a16:creationId xmlns:a16="http://schemas.microsoft.com/office/drawing/2014/main" id="{C04C6D28-38E3-1776-6163-1165AACB9804}"/>
              </a:ext>
            </a:extLst>
          </p:cNvPr>
          <p:cNvSpPr txBox="1"/>
          <p:nvPr/>
        </p:nvSpPr>
        <p:spPr>
          <a:xfrm>
            <a:off x="8348236" y="2160599"/>
            <a:ext cx="2801688" cy="235623"/>
          </a:xfrm>
          <a:prstGeom prst="rect">
            <a:avLst/>
          </a:prstGeom>
          <a:noFill/>
        </p:spPr>
        <p:txBody>
          <a:bodyPr wrap="square" lIns="0" tIns="0" rIns="0" bIns="0" anchor="t">
            <a:noAutofit/>
          </a:bodyPr>
          <a:lstStyle/>
          <a:p>
            <a:pPr algn="ctr">
              <a:lnSpc>
                <a:spcPct val="90000"/>
              </a:lnSpc>
              <a:spcAft>
                <a:spcPts val="100"/>
              </a:spcAft>
            </a:pPr>
            <a:r>
              <a:rPr lang="en-US" sz="1600" b="1" i="0">
                <a:solidFill>
                  <a:srgbClr val="001E96"/>
                </a:solidFill>
                <a:latin typeface="Arial"/>
              </a:rPr>
              <a:t>Part B: </a:t>
            </a:r>
            <a:r>
              <a:rPr sz="1600" b="1" i="0">
                <a:solidFill>
                  <a:srgbClr val="001E96"/>
                </a:solidFill>
                <a:latin typeface="Arial"/>
              </a:rPr>
              <a:t>Segment </a:t>
            </a:r>
            <a:r>
              <a:rPr lang="en-US" sz="1600" b="1" i="0">
                <a:solidFill>
                  <a:srgbClr val="001E96"/>
                </a:solidFill>
                <a:latin typeface="Arial"/>
              </a:rPr>
              <a:t>S</a:t>
            </a:r>
            <a:r>
              <a:rPr sz="1600" b="1" i="0">
                <a:solidFill>
                  <a:srgbClr val="001E96"/>
                </a:solidFill>
                <a:latin typeface="Arial"/>
              </a:rPr>
              <a:t>ummary</a:t>
            </a:r>
          </a:p>
        </p:txBody>
      </p:sp>
      <p:sp>
        <p:nvSpPr>
          <p:cNvPr id="109" name="Rectangle 108">
            <a:extLst>
              <a:ext uri="{FF2B5EF4-FFF2-40B4-BE49-F238E27FC236}">
                <a16:creationId xmlns:a16="http://schemas.microsoft.com/office/drawing/2014/main" id="{BF593489-0E94-0C52-DB6E-608F2020BB56}"/>
              </a:ext>
            </a:extLst>
          </p:cNvPr>
          <p:cNvSpPr/>
          <p:nvPr/>
        </p:nvSpPr>
        <p:spPr>
          <a:xfrm>
            <a:off x="7543800" y="5163591"/>
            <a:ext cx="4410560" cy="1599307"/>
          </a:xfrm>
          <a:prstGeom prst="rect">
            <a:avLst/>
          </a:prstGeom>
          <a:solidFill>
            <a:schemeClr val="bg1"/>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t">
            <a:normAutofit lnSpcReduction="10000"/>
          </a:bodyPr>
          <a:lstStyle/>
          <a:p>
            <a:pPr algn="ctr">
              <a:lnSpc>
                <a:spcPct val="90000"/>
              </a:lnSpc>
              <a:spcAft>
                <a:spcPts val="100"/>
              </a:spcAft>
            </a:pPr>
            <a:r>
              <a:rPr lang="en-US" sz="1400" b="1" i="0">
                <a:solidFill>
                  <a:schemeClr val="tx1"/>
                </a:solidFill>
                <a:latin typeface="Arial"/>
              </a:rPr>
              <a:t>Formula</a:t>
            </a:r>
          </a:p>
          <a:p>
            <a:pPr algn="ctr">
              <a:lnSpc>
                <a:spcPct val="90000"/>
              </a:lnSpc>
              <a:spcAft>
                <a:spcPts val="100"/>
              </a:spcAft>
            </a:pPr>
            <a:endParaRPr lang="en-US" sz="1400" b="1" i="0">
              <a:solidFill>
                <a:schemeClr val="tx1"/>
              </a:solidFill>
              <a:latin typeface="Arial"/>
            </a:endParaRPr>
          </a:p>
          <a:p>
            <a:pPr algn="ctr">
              <a:lnSpc>
                <a:spcPct val="90000"/>
              </a:lnSpc>
              <a:spcAft>
                <a:spcPts val="100"/>
              </a:spcAft>
            </a:pPr>
            <a:r>
              <a:rPr lang="en-US" sz="1400" b="1" i="0">
                <a:solidFill>
                  <a:schemeClr val="tx1"/>
                </a:solidFill>
                <a:latin typeface="Arial"/>
              </a:rPr>
              <a:t>Lift% </a:t>
            </a:r>
            <a:r>
              <a:rPr lang="en-US" sz="1400" b="0" i="0">
                <a:solidFill>
                  <a:schemeClr val="tx1"/>
                </a:solidFill>
                <a:latin typeface="Arial"/>
              </a:rPr>
              <a:t>: (Post </a:t>
            </a:r>
            <a:r>
              <a:rPr lang="en-US" sz="1400">
                <a:solidFill>
                  <a:schemeClr val="tx1"/>
                </a:solidFill>
                <a:latin typeface="Arial"/>
              </a:rPr>
              <a:t>Prescription</a:t>
            </a:r>
            <a:r>
              <a:rPr lang="en-US" sz="1400" b="0" i="0">
                <a:solidFill>
                  <a:schemeClr val="tx1"/>
                </a:solidFill>
                <a:latin typeface="Arial"/>
              </a:rPr>
              <a:t> Volume – Pre </a:t>
            </a:r>
            <a:r>
              <a:rPr lang="en-US" sz="1400">
                <a:solidFill>
                  <a:schemeClr val="tx1"/>
                </a:solidFill>
              </a:rPr>
              <a:t>Prescription </a:t>
            </a:r>
            <a:r>
              <a:rPr lang="en-US" sz="1400" b="0" i="0">
                <a:solidFill>
                  <a:schemeClr val="tx1"/>
                </a:solidFill>
                <a:latin typeface="Arial"/>
              </a:rPr>
              <a:t>Volume) / (Pre </a:t>
            </a:r>
            <a:r>
              <a:rPr lang="en-US" sz="1400">
                <a:solidFill>
                  <a:schemeClr val="tx1"/>
                </a:solidFill>
              </a:rPr>
              <a:t>Prescription </a:t>
            </a:r>
            <a:r>
              <a:rPr lang="en-US" sz="1400" b="0" i="0">
                <a:solidFill>
                  <a:schemeClr val="tx1"/>
                </a:solidFill>
                <a:latin typeface="Arial"/>
              </a:rPr>
              <a:t>Volume) * 100</a:t>
            </a:r>
            <a:br>
              <a:rPr lang="en-US" sz="1400" b="0" i="0">
                <a:solidFill>
                  <a:schemeClr val="tx1"/>
                </a:solidFill>
                <a:latin typeface="Arial"/>
              </a:rPr>
            </a:br>
            <a:endParaRPr lang="en-US" sz="1400" b="0" i="0">
              <a:solidFill>
                <a:schemeClr val="tx1"/>
              </a:solidFill>
              <a:latin typeface="Arial"/>
            </a:endParaRPr>
          </a:p>
          <a:p>
            <a:pPr marL="285750" indent="-285750">
              <a:lnSpc>
                <a:spcPct val="90000"/>
              </a:lnSpc>
              <a:spcAft>
                <a:spcPts val="100"/>
              </a:spcAft>
              <a:buFont typeface="Wingdings" panose="05000000000000000000" pitchFamily="2" charset="2"/>
              <a:buChar char="§"/>
            </a:pPr>
            <a:r>
              <a:rPr lang="en-GB" sz="1400">
                <a:solidFill>
                  <a:srgbClr val="000000"/>
                </a:solidFill>
              </a:rPr>
              <a:t>New starters: pre=0, post&gt;0</a:t>
            </a:r>
          </a:p>
          <a:p>
            <a:pPr marL="285750" indent="-285750">
              <a:lnSpc>
                <a:spcPct val="90000"/>
              </a:lnSpc>
              <a:spcAft>
                <a:spcPts val="100"/>
              </a:spcAft>
              <a:buFont typeface="Wingdings" panose="05000000000000000000" pitchFamily="2" charset="2"/>
              <a:buChar char="§"/>
            </a:pPr>
            <a:r>
              <a:rPr lang="en-GB" sz="1400">
                <a:solidFill>
                  <a:srgbClr val="000000"/>
                </a:solidFill>
              </a:rPr>
              <a:t>Growers: pre&gt;0 and lift% ≥ +20%</a:t>
            </a:r>
          </a:p>
          <a:p>
            <a:pPr marL="285750" indent="-285750">
              <a:lnSpc>
                <a:spcPct val="90000"/>
              </a:lnSpc>
              <a:spcAft>
                <a:spcPts val="100"/>
              </a:spcAft>
              <a:buFont typeface="Wingdings" panose="05000000000000000000" pitchFamily="2" charset="2"/>
              <a:buChar char="§"/>
            </a:pPr>
            <a:r>
              <a:rPr lang="en-GB" sz="1400">
                <a:solidFill>
                  <a:srgbClr val="000000"/>
                </a:solidFill>
              </a:rPr>
              <a:t>Non-responders: </a:t>
            </a:r>
            <a:r>
              <a:rPr lang="en-US" sz="1400">
                <a:solidFill>
                  <a:srgbClr val="000000"/>
                </a:solidFill>
              </a:rPr>
              <a:t>Everything else</a:t>
            </a:r>
            <a:endParaRPr lang="en-US" sz="1400" b="0" i="0">
              <a:solidFill>
                <a:schemeClr val="tx1"/>
              </a:solidFill>
              <a:latin typeface="Arial"/>
            </a:endParaRPr>
          </a:p>
          <a:p>
            <a:pPr algn="ctr">
              <a:lnSpc>
                <a:spcPct val="90000"/>
              </a:lnSpc>
              <a:spcAft>
                <a:spcPts val="100"/>
              </a:spcAft>
            </a:pPr>
            <a:endParaRPr lang="en-US" sz="1400" b="0" i="0">
              <a:solidFill>
                <a:schemeClr val="tx1"/>
              </a:solidFill>
              <a:latin typeface="Arial"/>
            </a:endParaRPr>
          </a:p>
        </p:txBody>
      </p:sp>
      <p:graphicFrame>
        <p:nvGraphicFramePr>
          <p:cNvPr id="2" name="Content Placeholder 9">
            <a:extLst>
              <a:ext uri="{FF2B5EF4-FFF2-40B4-BE49-F238E27FC236}">
                <a16:creationId xmlns:a16="http://schemas.microsoft.com/office/drawing/2014/main" id="{839BEC64-40FC-1C54-016A-EF08283BC7B7}"/>
              </a:ext>
            </a:extLst>
          </p:cNvPr>
          <p:cNvGraphicFramePr>
            <a:graphicFrameLocks/>
          </p:cNvGraphicFramePr>
          <p:nvPr>
            <p:extLst>
              <p:ext uri="{D42A27DB-BD31-4B8C-83A1-F6EECF244321}">
                <p14:modId xmlns:p14="http://schemas.microsoft.com/office/powerpoint/2010/main" val="2809927103"/>
              </p:ext>
            </p:extLst>
          </p:nvPr>
        </p:nvGraphicFramePr>
        <p:xfrm>
          <a:off x="320040" y="2501683"/>
          <a:ext cx="6903719" cy="4109890"/>
        </p:xfrm>
        <a:graphic>
          <a:graphicData uri="http://schemas.openxmlformats.org/drawingml/2006/table">
            <a:tbl>
              <a:tblPr firstRow="1" bandRow="1"/>
              <a:tblGrid>
                <a:gridCol w="1287135">
                  <a:extLst>
                    <a:ext uri="{9D8B030D-6E8A-4147-A177-3AD203B41FA5}">
                      <a16:colId xmlns:a16="http://schemas.microsoft.com/office/drawing/2014/main" val="20000"/>
                    </a:ext>
                  </a:extLst>
                </a:gridCol>
                <a:gridCol w="1404146">
                  <a:extLst>
                    <a:ext uri="{9D8B030D-6E8A-4147-A177-3AD203B41FA5}">
                      <a16:colId xmlns:a16="http://schemas.microsoft.com/office/drawing/2014/main" val="3867749177"/>
                    </a:ext>
                  </a:extLst>
                </a:gridCol>
                <a:gridCol w="1404146">
                  <a:extLst>
                    <a:ext uri="{9D8B030D-6E8A-4147-A177-3AD203B41FA5}">
                      <a16:colId xmlns:a16="http://schemas.microsoft.com/office/drawing/2014/main" val="915976798"/>
                    </a:ext>
                  </a:extLst>
                </a:gridCol>
                <a:gridCol w="1404146">
                  <a:extLst>
                    <a:ext uri="{9D8B030D-6E8A-4147-A177-3AD203B41FA5}">
                      <a16:colId xmlns:a16="http://schemas.microsoft.com/office/drawing/2014/main" val="2610764502"/>
                    </a:ext>
                  </a:extLst>
                </a:gridCol>
                <a:gridCol w="1404146">
                  <a:extLst>
                    <a:ext uri="{9D8B030D-6E8A-4147-A177-3AD203B41FA5}">
                      <a16:colId xmlns:a16="http://schemas.microsoft.com/office/drawing/2014/main" val="1920930531"/>
                    </a:ext>
                  </a:extLst>
                </a:gridCol>
              </a:tblGrid>
              <a:tr h="772856">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Rank</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HCP_ID</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Total Prescription Volume Before Alert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kern="1200">
                          <a:solidFill>
                            <a:schemeClr val="bg1"/>
                          </a:solidFill>
                          <a:effectLst/>
                          <a:latin typeface="+mn-lt"/>
                          <a:ea typeface="+mn-ea"/>
                          <a:cs typeface="Arial"/>
                        </a:rPr>
                        <a:t>Total Prescription Volume After Alert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Lift %</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10000"/>
                  </a:ext>
                </a:extLst>
              </a:tr>
              <a:tr h="325645">
                <a:tc>
                  <a:txBody>
                    <a:bodyPr/>
                    <a:lstStyle/>
                    <a:p>
                      <a:pPr algn="ctr" fontAlgn="b">
                        <a:buNone/>
                      </a:pPr>
                      <a:r>
                        <a:rPr lang="en-IN" sz="1400" b="0" i="0" u="none" strike="noStrike">
                          <a:solidFill>
                            <a:srgbClr val="000000"/>
                          </a:solidFill>
                          <a:effectLst/>
                          <a:latin typeface="+mj-lt"/>
                        </a:rPr>
                        <a:t>1</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21046"/>
                  </a:ext>
                </a:extLst>
              </a:tr>
              <a:tr h="325645">
                <a:tc>
                  <a:txBody>
                    <a:bodyPr/>
                    <a:lstStyle/>
                    <a:p>
                      <a:pPr algn="ctr" fontAlgn="b">
                        <a:buNone/>
                      </a:pPr>
                      <a:r>
                        <a:rPr lang="en-IN" sz="1400" b="0" i="0" u="none" strike="noStrike">
                          <a:solidFill>
                            <a:srgbClr val="000000"/>
                          </a:solidFill>
                          <a:effectLst/>
                          <a:latin typeface="+mj-lt"/>
                        </a:rPr>
                        <a:t>2</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284290"/>
                  </a:ext>
                </a:extLst>
              </a:tr>
              <a:tr h="325645">
                <a:tc>
                  <a:txBody>
                    <a:bodyPr/>
                    <a:lstStyle/>
                    <a:p>
                      <a:pPr algn="ctr" fontAlgn="b">
                        <a:buNone/>
                      </a:pPr>
                      <a:r>
                        <a:rPr lang="en-IN" sz="1400" b="0" i="0" u="none" strike="noStrike">
                          <a:solidFill>
                            <a:srgbClr val="000000"/>
                          </a:solidFill>
                          <a:effectLst/>
                          <a:latin typeface="+mj-lt"/>
                        </a:rPr>
                        <a:t>3</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6964857"/>
                  </a:ext>
                </a:extLst>
              </a:tr>
              <a:tr h="325645">
                <a:tc>
                  <a:txBody>
                    <a:bodyPr/>
                    <a:lstStyle/>
                    <a:p>
                      <a:pPr algn="ctr" fontAlgn="b">
                        <a:buNone/>
                      </a:pPr>
                      <a:r>
                        <a:rPr lang="en-IN" sz="1400" b="0" i="0" u="none" strike="noStrike">
                          <a:solidFill>
                            <a:srgbClr val="000000"/>
                          </a:solidFill>
                          <a:effectLst/>
                          <a:latin typeface="+mj-lt"/>
                        </a:rPr>
                        <a:t>4</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3139912"/>
                  </a:ext>
                </a:extLst>
              </a:tr>
              <a:tr h="325645">
                <a:tc>
                  <a:txBody>
                    <a:bodyPr/>
                    <a:lstStyle/>
                    <a:p>
                      <a:pPr algn="ctr" fontAlgn="b">
                        <a:buNone/>
                      </a:pPr>
                      <a:r>
                        <a:rPr lang="en-IN" sz="1400" b="0" i="0" u="none" strike="noStrike">
                          <a:solidFill>
                            <a:srgbClr val="000000"/>
                          </a:solidFill>
                          <a:effectLst/>
                          <a:latin typeface="+mj-lt"/>
                        </a:rPr>
                        <a:t>5</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5645">
                <a:tc>
                  <a:txBody>
                    <a:bodyPr/>
                    <a:lstStyle/>
                    <a:p>
                      <a:pPr algn="ctr" fontAlgn="b">
                        <a:buNone/>
                      </a:pPr>
                      <a:r>
                        <a:rPr lang="en-IN" sz="1400" b="0" i="0" u="none" strike="noStrike">
                          <a:solidFill>
                            <a:srgbClr val="000000"/>
                          </a:solidFill>
                          <a:effectLst/>
                          <a:latin typeface="+mj-lt"/>
                        </a:rPr>
                        <a:t>6</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6670861"/>
                  </a:ext>
                </a:extLst>
              </a:tr>
              <a:tr h="325645">
                <a:tc>
                  <a:txBody>
                    <a:bodyPr/>
                    <a:lstStyle/>
                    <a:p>
                      <a:pPr algn="ctr" fontAlgn="b">
                        <a:buNone/>
                      </a:pPr>
                      <a:r>
                        <a:rPr lang="en-IN" sz="1400" b="0" i="0" u="none" strike="noStrike">
                          <a:solidFill>
                            <a:srgbClr val="000000"/>
                          </a:solidFill>
                          <a:effectLst/>
                          <a:latin typeface="+mj-lt"/>
                        </a:rPr>
                        <a:t>7</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4797265"/>
                  </a:ext>
                </a:extLst>
              </a:tr>
              <a:tr h="325645">
                <a:tc>
                  <a:txBody>
                    <a:bodyPr/>
                    <a:lstStyle/>
                    <a:p>
                      <a:pPr algn="ctr" fontAlgn="b">
                        <a:buNone/>
                      </a:pPr>
                      <a:r>
                        <a:rPr lang="en-IN" sz="1400" b="0" i="0" u="none" strike="noStrike">
                          <a:solidFill>
                            <a:srgbClr val="000000"/>
                          </a:solidFill>
                          <a:effectLst/>
                          <a:latin typeface="+mj-lt"/>
                        </a:rPr>
                        <a:t>8</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041201"/>
                  </a:ext>
                </a:extLst>
              </a:tr>
              <a:tr h="325645">
                <a:tc>
                  <a:txBody>
                    <a:bodyPr/>
                    <a:lstStyle/>
                    <a:p>
                      <a:pPr algn="ctr" fontAlgn="b">
                        <a:buNone/>
                      </a:pPr>
                      <a:r>
                        <a:rPr lang="en-US" sz="1400" b="0" i="0" u="none" strike="noStrike">
                          <a:solidFill>
                            <a:srgbClr val="000000"/>
                          </a:solidFill>
                          <a:effectLst/>
                          <a:latin typeface="+mj-lt"/>
                        </a:rPr>
                        <a:t>9</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1375464"/>
                  </a:ext>
                </a:extLst>
              </a:tr>
              <a:tr h="325645">
                <a:tc>
                  <a:txBody>
                    <a:bodyPr/>
                    <a:lstStyle/>
                    <a:p>
                      <a:pPr algn="ctr" fontAlgn="b">
                        <a:buNone/>
                      </a:pPr>
                      <a:r>
                        <a:rPr lang="en-US" sz="1400" b="0" i="0" u="none" strike="noStrike">
                          <a:solidFill>
                            <a:srgbClr val="000000"/>
                          </a:solidFill>
                          <a:effectLst/>
                          <a:latin typeface="+mj-lt"/>
                        </a:rPr>
                        <a:t>10</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1400" dirty="0"/>
                    </a:p>
                  </a:txBody>
                  <a:tcPr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46504"/>
                  </a:ext>
                </a:extLst>
              </a:tr>
            </a:tbl>
          </a:graphicData>
        </a:graphic>
      </p:graphicFrame>
      <p:graphicFrame>
        <p:nvGraphicFramePr>
          <p:cNvPr id="4" name="Table 3">
            <a:extLst>
              <a:ext uri="{FF2B5EF4-FFF2-40B4-BE49-F238E27FC236}">
                <a16:creationId xmlns:a16="http://schemas.microsoft.com/office/drawing/2014/main" id="{68A5F124-92AA-ACD7-637F-9066ACD504A2}"/>
              </a:ext>
            </a:extLst>
          </p:cNvPr>
          <p:cNvGraphicFramePr>
            <a:graphicFrameLocks noGrp="1"/>
          </p:cNvGraphicFramePr>
          <p:nvPr>
            <p:extLst>
              <p:ext uri="{D42A27DB-BD31-4B8C-83A1-F6EECF244321}">
                <p14:modId xmlns:p14="http://schemas.microsoft.com/office/powerpoint/2010/main" val="2505487390"/>
              </p:ext>
            </p:extLst>
          </p:nvPr>
        </p:nvGraphicFramePr>
        <p:xfrm>
          <a:off x="7543800" y="2501682"/>
          <a:ext cx="4410560" cy="1960097"/>
        </p:xfrm>
        <a:graphic>
          <a:graphicData uri="http://schemas.openxmlformats.org/drawingml/2006/table">
            <a:tbl>
              <a:tblPr firstRow="1" bandRow="1"/>
              <a:tblGrid>
                <a:gridCol w="2006667">
                  <a:extLst>
                    <a:ext uri="{9D8B030D-6E8A-4147-A177-3AD203B41FA5}">
                      <a16:colId xmlns:a16="http://schemas.microsoft.com/office/drawing/2014/main" val="2912075475"/>
                    </a:ext>
                  </a:extLst>
                </a:gridCol>
                <a:gridCol w="1283638">
                  <a:extLst>
                    <a:ext uri="{9D8B030D-6E8A-4147-A177-3AD203B41FA5}">
                      <a16:colId xmlns:a16="http://schemas.microsoft.com/office/drawing/2014/main" val="3160481757"/>
                    </a:ext>
                  </a:extLst>
                </a:gridCol>
                <a:gridCol w="1120255">
                  <a:extLst>
                    <a:ext uri="{9D8B030D-6E8A-4147-A177-3AD203B41FA5}">
                      <a16:colId xmlns:a16="http://schemas.microsoft.com/office/drawing/2014/main" val="1708326666"/>
                    </a:ext>
                  </a:extLst>
                </a:gridCol>
              </a:tblGrid>
              <a:tr h="363345">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Segment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HCPs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Avg Lift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392447">
                <a:tc>
                  <a:txBody>
                    <a:bodyPr/>
                    <a:lstStyle/>
                    <a:p>
                      <a:pPr algn="ctr" fontAlgn="b">
                        <a:buNone/>
                      </a:pPr>
                      <a:r>
                        <a:rPr lang="en-GB" sz="1400">
                          <a:solidFill>
                            <a:srgbClr val="000000"/>
                          </a:solidFill>
                        </a:rPr>
                        <a:t>New starters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401435">
                <a:tc>
                  <a:txBody>
                    <a:bodyPr/>
                    <a:lstStyle/>
                    <a:p>
                      <a:pPr algn="ctr" fontAlgn="b">
                        <a:buNone/>
                      </a:pPr>
                      <a:r>
                        <a:rPr lang="en-GB" sz="1400">
                          <a:solidFill>
                            <a:srgbClr val="000000"/>
                          </a:solidFill>
                        </a:rPr>
                        <a:t>Growers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r h="401435">
                <a:tc>
                  <a:txBody>
                    <a:bodyPr/>
                    <a:lstStyle/>
                    <a:p>
                      <a:pPr algn="ctr" fontAlgn="b">
                        <a:buNone/>
                      </a:pPr>
                      <a:r>
                        <a:rPr lang="en-GB" sz="1400">
                          <a:solidFill>
                            <a:srgbClr val="000000"/>
                          </a:solidFill>
                        </a:rPr>
                        <a:t>Non-responders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424318"/>
                  </a:ext>
                </a:extLst>
              </a:tr>
              <a:tr h="401435">
                <a:tc>
                  <a:txBody>
                    <a:bodyPr/>
                    <a:lstStyle/>
                    <a:p>
                      <a:pPr algn="ctr" fontAlgn="b">
                        <a:buNone/>
                      </a:pPr>
                      <a:r>
                        <a:rPr lang="en-US" sz="1400" b="0" i="0" u="none" strike="noStrike">
                          <a:solidFill>
                            <a:srgbClr val="000000"/>
                          </a:solidFill>
                          <a:effectLst/>
                          <a:latin typeface="+mj-lt"/>
                        </a:rPr>
                        <a:t>Total</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896535"/>
                  </a:ext>
                </a:extLst>
              </a:tr>
            </a:tbl>
          </a:graphicData>
        </a:graphic>
      </p:graphicFrame>
      <p:sp>
        <p:nvSpPr>
          <p:cNvPr id="5" name="Footer Placeholder 4">
            <a:extLst>
              <a:ext uri="{FF2B5EF4-FFF2-40B4-BE49-F238E27FC236}">
                <a16:creationId xmlns:a16="http://schemas.microsoft.com/office/drawing/2014/main" id="{5AD6D51C-26F3-F665-FA77-DC0A8818BD6C}"/>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graphicFrame>
        <p:nvGraphicFramePr>
          <p:cNvPr id="8" name="Table 7">
            <a:extLst>
              <a:ext uri="{FF2B5EF4-FFF2-40B4-BE49-F238E27FC236}">
                <a16:creationId xmlns:a16="http://schemas.microsoft.com/office/drawing/2014/main" id="{D4888FE7-F09E-E624-12A7-6384B5ECC8AD}"/>
              </a:ext>
            </a:extLst>
          </p:cNvPr>
          <p:cNvGraphicFramePr>
            <a:graphicFrameLocks noGrp="1"/>
          </p:cNvGraphicFramePr>
          <p:nvPr>
            <p:extLst>
              <p:ext uri="{D42A27DB-BD31-4B8C-83A1-F6EECF244321}">
                <p14:modId xmlns:p14="http://schemas.microsoft.com/office/powerpoint/2010/main" val="3812313585"/>
              </p:ext>
            </p:extLst>
          </p:nvPr>
        </p:nvGraphicFramePr>
        <p:xfrm>
          <a:off x="7543800" y="4584301"/>
          <a:ext cx="4410560" cy="426720"/>
        </p:xfrm>
        <a:graphic>
          <a:graphicData uri="http://schemas.openxmlformats.org/drawingml/2006/table">
            <a:tbl>
              <a:tblPr firstRow="1" bandRow="1"/>
              <a:tblGrid>
                <a:gridCol w="3236976">
                  <a:extLst>
                    <a:ext uri="{9D8B030D-6E8A-4147-A177-3AD203B41FA5}">
                      <a16:colId xmlns:a16="http://schemas.microsoft.com/office/drawing/2014/main" val="2912075475"/>
                    </a:ext>
                  </a:extLst>
                </a:gridCol>
                <a:gridCol w="1173584">
                  <a:extLst>
                    <a:ext uri="{9D8B030D-6E8A-4147-A177-3AD203B41FA5}">
                      <a16:colId xmlns:a16="http://schemas.microsoft.com/office/drawing/2014/main" val="3160481757"/>
                    </a:ext>
                  </a:extLst>
                </a:gridCol>
              </a:tblGrid>
              <a:tr h="422673">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Segment showing Strongest Commercial Impact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endParaRPr lang="en-US" sz="1400" b="0" i="0" u="none" strike="noStrike" dirty="0">
                        <a:solidFill>
                          <a:schemeClr val="tx1"/>
                        </a:solidFill>
                        <a:effectLst/>
                        <a:latin typeface="+mj-lt"/>
                        <a:cs typeface="Arial"/>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4319593"/>
                  </a:ext>
                </a:extLst>
              </a:tr>
            </a:tbl>
          </a:graphicData>
        </a:graphic>
      </p:graphicFrame>
    </p:spTree>
    <p:extLst>
      <p:ext uri="{BB962C8B-B14F-4D97-AF65-F5344CB8AC3E}">
        <p14:creationId xmlns:p14="http://schemas.microsoft.com/office/powerpoint/2010/main" val="661474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53893-E75A-D97C-B296-DD02151D5EDB}"/>
            </a:ext>
          </a:extLst>
        </p:cNvPr>
        <p:cNvGrpSpPr/>
        <p:nvPr/>
      </p:nvGrpSpPr>
      <p:grpSpPr>
        <a:xfrm>
          <a:off x="0" y="0"/>
          <a:ext cx="0" cy="0"/>
          <a:chOff x="0" y="0"/>
          <a:chExt cx="0" cy="0"/>
        </a:xfrm>
      </p:grpSpPr>
      <p:sp>
        <p:nvSpPr>
          <p:cNvPr id="12" name="Footer Placeholder 4">
            <a:extLst>
              <a:ext uri="{FF2B5EF4-FFF2-40B4-BE49-F238E27FC236}">
                <a16:creationId xmlns:a16="http://schemas.microsoft.com/office/drawing/2014/main" id="{8B307C9B-EDE9-F1EB-64D4-F2C06E17F839}"/>
              </a:ext>
            </a:extLst>
          </p:cNvPr>
          <p:cNvSpPr>
            <a:spLocks noGrp="1"/>
          </p:cNvSpPr>
          <p:nvPr>
            <p:ph type="ftr" sz="quarter" idx="3"/>
          </p:nvPr>
        </p:nvSpPr>
        <p:spPr>
          <a:xfrm>
            <a:off x="334963" y="6582750"/>
            <a:ext cx="1080000" cy="180000"/>
          </a:xfrm>
        </p:spPr>
        <p:txBody>
          <a:bodyPr/>
          <a:lstStyle/>
          <a:p>
            <a:r>
              <a:rPr lang="en-US"/>
              <a:t>© 2026 </a:t>
            </a:r>
            <a:r>
              <a:rPr lang="en-US" err="1"/>
              <a:t>ProcDNA</a:t>
            </a:r>
            <a:endParaRPr lang="en-US"/>
          </a:p>
        </p:txBody>
      </p:sp>
      <p:sp>
        <p:nvSpPr>
          <p:cNvPr id="13" name="Slide Number Placeholder 12">
            <a:extLst>
              <a:ext uri="{FF2B5EF4-FFF2-40B4-BE49-F238E27FC236}">
                <a16:creationId xmlns:a16="http://schemas.microsoft.com/office/drawing/2014/main" id="{4B376058-C31C-FD07-AFD6-A9A80F4509A8}"/>
              </a:ext>
            </a:extLst>
          </p:cNvPr>
          <p:cNvSpPr>
            <a:spLocks noGrp="1"/>
          </p:cNvSpPr>
          <p:nvPr>
            <p:ph type="sldNum" sz="quarter" idx="4"/>
          </p:nvPr>
        </p:nvSpPr>
        <p:spPr/>
        <p:txBody>
          <a:bodyPr/>
          <a:lstStyle/>
          <a:p>
            <a:fld id="{611B2C2B-439E-457D-A75F-A794D509B660}" type="slidenum">
              <a:rPr lang="en-IN" smtClean="0"/>
              <a:pPr/>
              <a:t>11</a:t>
            </a:fld>
            <a:endParaRPr lang="en-IN"/>
          </a:p>
        </p:txBody>
      </p:sp>
      <p:sp>
        <p:nvSpPr>
          <p:cNvPr id="14" name="Rectangle 13">
            <a:extLst>
              <a:ext uri="{FF2B5EF4-FFF2-40B4-BE49-F238E27FC236}">
                <a16:creationId xmlns:a16="http://schemas.microsoft.com/office/drawing/2014/main" id="{583857BC-B912-284C-2EC3-8FA8A7A254CB}"/>
              </a:ext>
            </a:extLst>
          </p:cNvPr>
          <p:cNvSpPr/>
          <p:nvPr/>
        </p:nvSpPr>
        <p:spPr>
          <a:xfrm>
            <a:off x="320040" y="1245132"/>
            <a:ext cx="11567160" cy="3784068"/>
          </a:xfrm>
          <a:prstGeom prst="rect">
            <a:avLst/>
          </a:prstGeom>
          <a:noFill/>
          <a:ln w="7620">
            <a:noFill/>
          </a:ln>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noAutofit/>
          </a:bodyPr>
          <a:lstStyle/>
          <a:p>
            <a:pPr>
              <a:spcBef>
                <a:spcPts val="200"/>
              </a:spcBef>
              <a:spcAft>
                <a:spcPts val="200"/>
              </a:spcAft>
            </a:pPr>
            <a:r>
              <a:rPr lang="en-US" sz="1400" dirty="0">
                <a:solidFill>
                  <a:srgbClr val="000000"/>
                </a:solidFill>
                <a:latin typeface="Arial"/>
              </a:rPr>
              <a:t>A pharma company assign sales representatives to promote the drug to HCP. </a:t>
            </a:r>
            <a:r>
              <a:rPr lang="en-US" sz="1400" i="0" dirty="0">
                <a:solidFill>
                  <a:srgbClr val="000000"/>
                </a:solidFill>
                <a:latin typeface="Arial"/>
              </a:rPr>
              <a:t>Your company’s commercial team is planning the </a:t>
            </a:r>
            <a:r>
              <a:rPr lang="en-US" sz="1400" b="1" i="0" dirty="0">
                <a:solidFill>
                  <a:srgbClr val="000000"/>
                </a:solidFill>
                <a:latin typeface="Arial"/>
              </a:rPr>
              <a:t>next quarter’s</a:t>
            </a:r>
            <a:r>
              <a:rPr lang="en-US" sz="1400" i="0" dirty="0">
                <a:solidFill>
                  <a:srgbClr val="000000"/>
                </a:solidFill>
                <a:latin typeface="Arial"/>
              </a:rPr>
              <a:t> outreach strategy for </a:t>
            </a:r>
            <a:r>
              <a:rPr lang="en-US" sz="1400" b="1" i="0" dirty="0">
                <a:solidFill>
                  <a:srgbClr val="000000"/>
                </a:solidFill>
                <a:latin typeface="Arial"/>
              </a:rPr>
              <a:t>DRG001. </a:t>
            </a:r>
            <a:r>
              <a:rPr lang="en-US" sz="1400" i="0" dirty="0">
                <a:solidFill>
                  <a:srgbClr val="000000"/>
                </a:solidFill>
                <a:latin typeface="Arial"/>
              </a:rPr>
              <a:t>Following are the field force assumptions:</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Each sales rep can complete </a:t>
            </a:r>
            <a:r>
              <a:rPr lang="en-US" sz="1400" b="1" i="0" dirty="0">
                <a:solidFill>
                  <a:srgbClr val="000000"/>
                </a:solidFill>
                <a:latin typeface="Arial"/>
              </a:rPr>
              <a:t>~8 effective HCP calls per day</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Each rep works </a:t>
            </a:r>
            <a:r>
              <a:rPr lang="en-US" sz="1400" b="1" i="0" dirty="0">
                <a:solidFill>
                  <a:srgbClr val="000000"/>
                </a:solidFill>
                <a:latin typeface="Arial"/>
              </a:rPr>
              <a:t>~20 field days per month</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The organization has </a:t>
            </a:r>
            <a:r>
              <a:rPr lang="en-US" sz="1400" b="1" dirty="0">
                <a:solidFill>
                  <a:srgbClr val="000000"/>
                </a:solidFill>
                <a:latin typeface="Arial"/>
              </a:rPr>
              <a:t>40</a:t>
            </a:r>
            <a:r>
              <a:rPr lang="en-US" sz="1400" b="1" i="0" dirty="0">
                <a:solidFill>
                  <a:srgbClr val="000000"/>
                </a:solidFill>
                <a:latin typeface="Arial"/>
              </a:rPr>
              <a:t> sales reps nationally</a:t>
            </a:r>
          </a:p>
          <a:p>
            <a:pPr>
              <a:spcBef>
                <a:spcPts val="200"/>
              </a:spcBef>
              <a:spcAft>
                <a:spcPts val="200"/>
              </a:spcAft>
            </a:pPr>
            <a:r>
              <a:rPr lang="en-US" sz="1400" i="0" dirty="0">
                <a:solidFill>
                  <a:srgbClr val="000000"/>
                </a:solidFill>
                <a:latin typeface="Arial"/>
              </a:rPr>
              <a:t>Leadership wants to use this limited </a:t>
            </a:r>
            <a:r>
              <a:rPr lang="en-US" sz="1400" b="1" i="0" dirty="0">
                <a:solidFill>
                  <a:srgbClr val="000000"/>
                </a:solidFill>
                <a:latin typeface="Arial"/>
              </a:rPr>
              <a:t>field force capacity</a:t>
            </a:r>
            <a:r>
              <a:rPr lang="en-US" sz="1400" i="0" dirty="0">
                <a:solidFill>
                  <a:srgbClr val="000000"/>
                </a:solidFill>
                <a:latin typeface="Arial"/>
              </a:rPr>
              <a:t> efficiently by prioritizing the </a:t>
            </a:r>
            <a:r>
              <a:rPr lang="en-US" sz="1400" b="1" i="0" dirty="0">
                <a:solidFill>
                  <a:srgbClr val="000000"/>
                </a:solidFill>
                <a:latin typeface="Arial"/>
              </a:rPr>
              <a:t>HCP segments </a:t>
            </a:r>
            <a:r>
              <a:rPr lang="en-US" sz="1400" i="0" dirty="0">
                <a:solidFill>
                  <a:srgbClr val="000000"/>
                </a:solidFill>
                <a:latin typeface="Arial"/>
              </a:rPr>
              <a:t>identified in </a:t>
            </a:r>
            <a:r>
              <a:rPr lang="en-US" sz="1400" b="1" i="0" dirty="0">
                <a:solidFill>
                  <a:srgbClr val="000000"/>
                </a:solidFill>
                <a:latin typeface="Arial"/>
              </a:rPr>
              <a:t>Question 6 </a:t>
            </a:r>
            <a:r>
              <a:rPr lang="en-US" sz="1400" i="0" dirty="0">
                <a:solidFill>
                  <a:srgbClr val="000000"/>
                </a:solidFill>
                <a:latin typeface="Arial"/>
              </a:rPr>
              <a:t>(New Starters, Growers, and Non-Responders).</a:t>
            </a:r>
          </a:p>
          <a:p>
            <a:pPr>
              <a:spcBef>
                <a:spcPts val="200"/>
              </a:spcBef>
              <a:spcAft>
                <a:spcPts val="200"/>
              </a:spcAft>
            </a:pPr>
            <a:r>
              <a:rPr lang="en-US" sz="1400" i="0" dirty="0">
                <a:solidFill>
                  <a:srgbClr val="000000"/>
                </a:solidFill>
                <a:latin typeface="Arial"/>
              </a:rPr>
              <a:t>Using the segment-level insights from Question 6, recommend how the company should allocate total rep call capacity across these segments.</a:t>
            </a:r>
          </a:p>
          <a:p>
            <a:pPr>
              <a:spcBef>
                <a:spcPts val="200"/>
              </a:spcBef>
              <a:spcAft>
                <a:spcPts val="200"/>
              </a:spcAft>
            </a:pPr>
            <a:r>
              <a:rPr lang="en-US" sz="1400" i="0" dirty="0">
                <a:solidFill>
                  <a:srgbClr val="000000"/>
                </a:solidFill>
                <a:latin typeface="Arial"/>
              </a:rPr>
              <a:t>In your response:</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Estimate how much </a:t>
            </a:r>
            <a:r>
              <a:rPr lang="en-US" sz="1400" b="1" i="0" dirty="0">
                <a:solidFill>
                  <a:srgbClr val="000000"/>
                </a:solidFill>
                <a:latin typeface="Arial"/>
              </a:rPr>
              <a:t>outreach focus</a:t>
            </a:r>
            <a:r>
              <a:rPr lang="en-US" sz="1400" i="0" dirty="0">
                <a:solidFill>
                  <a:srgbClr val="000000"/>
                </a:solidFill>
                <a:latin typeface="Arial"/>
              </a:rPr>
              <a:t> each segment should receive</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Explain the reasoning behind your </a:t>
            </a:r>
            <a:r>
              <a:rPr lang="en-US" sz="1400" b="1" i="0" dirty="0">
                <a:solidFill>
                  <a:srgbClr val="000000"/>
                </a:solidFill>
                <a:latin typeface="Arial"/>
              </a:rPr>
              <a:t>allocation approach</a:t>
            </a:r>
          </a:p>
          <a:p>
            <a:pPr marL="742950" lvl="1" indent="-285750">
              <a:spcBef>
                <a:spcPts val="200"/>
              </a:spcBef>
              <a:spcAft>
                <a:spcPts val="200"/>
              </a:spcAft>
              <a:buClr>
                <a:schemeClr val="bg2"/>
              </a:buClr>
              <a:buFont typeface="Wingdings" panose="05000000000000000000" pitchFamily="2" charset="2"/>
              <a:buChar char="§"/>
            </a:pPr>
            <a:r>
              <a:rPr lang="en-US" sz="1400" i="0" dirty="0">
                <a:solidFill>
                  <a:srgbClr val="000000"/>
                </a:solidFill>
                <a:latin typeface="Arial"/>
              </a:rPr>
              <a:t>Discuss the tradeoff between </a:t>
            </a:r>
            <a:r>
              <a:rPr lang="en-US" sz="1400" b="1" i="0" dirty="0">
                <a:solidFill>
                  <a:srgbClr val="000000"/>
                </a:solidFill>
                <a:latin typeface="Arial"/>
              </a:rPr>
              <a:t>growth opportunity, conversion likelihood, and sales effort </a:t>
            </a:r>
            <a:r>
              <a:rPr lang="en-US" sz="1400" i="0" dirty="0">
                <a:solidFill>
                  <a:srgbClr val="000000"/>
                </a:solidFill>
                <a:latin typeface="Arial"/>
              </a:rPr>
              <a:t>required across segments</a:t>
            </a:r>
            <a:endParaRPr lang="en-US" sz="1400" i="0" dirty="0">
              <a:solidFill>
                <a:srgbClr val="FF0000"/>
              </a:solidFill>
              <a:latin typeface="Arial"/>
            </a:endParaRPr>
          </a:p>
        </p:txBody>
      </p:sp>
      <p:sp>
        <p:nvSpPr>
          <p:cNvPr id="2" name="Title 5">
            <a:extLst>
              <a:ext uri="{FF2B5EF4-FFF2-40B4-BE49-F238E27FC236}">
                <a16:creationId xmlns:a16="http://schemas.microsoft.com/office/drawing/2014/main" id="{CA75E2AF-C16E-9C80-8B47-2EBB9ED26A04}"/>
              </a:ext>
            </a:extLst>
          </p:cNvPr>
          <p:cNvSpPr txBox="1">
            <a:spLocks/>
          </p:cNvSpPr>
          <p:nvPr/>
        </p:nvSpPr>
        <p:spPr>
          <a:xfrm>
            <a:off x="334963" y="409069"/>
            <a:ext cx="11520000" cy="659636"/>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2200" b="1" kern="1200" baseline="0">
                <a:solidFill>
                  <a:schemeClr val="bg2"/>
                </a:solidFill>
                <a:latin typeface="Arial" panose="020B0604020202020204" pitchFamily="34" charset="0"/>
                <a:ea typeface="+mj-ea"/>
                <a:cs typeface="Arial" panose="020B0604020202020204" pitchFamily="34" charset="0"/>
              </a:defRPr>
            </a:lvl1pPr>
          </a:lstStyle>
          <a:p>
            <a:pPr>
              <a:lnSpc>
                <a:spcPct val="90000"/>
              </a:lnSpc>
              <a:spcAft>
                <a:spcPts val="100"/>
              </a:spcAft>
            </a:pPr>
            <a:r>
              <a:rPr lang="en-GB">
                <a:solidFill>
                  <a:srgbClr val="001E96"/>
                </a:solidFill>
                <a:latin typeface="Arial"/>
              </a:rPr>
              <a:t>Question 7: </a:t>
            </a:r>
            <a:r>
              <a:rPr lang="en-US">
                <a:solidFill>
                  <a:srgbClr val="001E96"/>
                </a:solidFill>
                <a:latin typeface="Arial"/>
              </a:rPr>
              <a:t>Commercial HCP Prioritization</a:t>
            </a:r>
            <a:endParaRPr lang="en-GB"/>
          </a:p>
        </p:txBody>
      </p:sp>
      <p:graphicFrame>
        <p:nvGraphicFramePr>
          <p:cNvPr id="3" name="Table 2">
            <a:extLst>
              <a:ext uri="{FF2B5EF4-FFF2-40B4-BE49-F238E27FC236}">
                <a16:creationId xmlns:a16="http://schemas.microsoft.com/office/drawing/2014/main" id="{0022DCF4-D5D4-2A90-CE76-15D22876C8E9}"/>
              </a:ext>
            </a:extLst>
          </p:cNvPr>
          <p:cNvGraphicFramePr>
            <a:graphicFrameLocks noGrp="1"/>
          </p:cNvGraphicFramePr>
          <p:nvPr>
            <p:extLst>
              <p:ext uri="{D42A27DB-BD31-4B8C-83A1-F6EECF244321}">
                <p14:modId xmlns:p14="http://schemas.microsoft.com/office/powerpoint/2010/main" val="856706764"/>
              </p:ext>
            </p:extLst>
          </p:nvPr>
        </p:nvGraphicFramePr>
        <p:xfrm>
          <a:off x="2685806" y="4488834"/>
          <a:ext cx="9169158" cy="1960097"/>
        </p:xfrm>
        <a:graphic>
          <a:graphicData uri="http://schemas.openxmlformats.org/drawingml/2006/table">
            <a:tbl>
              <a:tblPr firstRow="1" bandRow="1"/>
              <a:tblGrid>
                <a:gridCol w="1439757">
                  <a:extLst>
                    <a:ext uri="{9D8B030D-6E8A-4147-A177-3AD203B41FA5}">
                      <a16:colId xmlns:a16="http://schemas.microsoft.com/office/drawing/2014/main" val="2912075475"/>
                    </a:ext>
                  </a:extLst>
                </a:gridCol>
                <a:gridCol w="979837">
                  <a:extLst>
                    <a:ext uri="{9D8B030D-6E8A-4147-A177-3AD203B41FA5}">
                      <a16:colId xmlns:a16="http://schemas.microsoft.com/office/drawing/2014/main" val="3160481757"/>
                    </a:ext>
                  </a:extLst>
                </a:gridCol>
                <a:gridCol w="2400300">
                  <a:extLst>
                    <a:ext uri="{9D8B030D-6E8A-4147-A177-3AD203B41FA5}">
                      <a16:colId xmlns:a16="http://schemas.microsoft.com/office/drawing/2014/main" val="1708326666"/>
                    </a:ext>
                  </a:extLst>
                </a:gridCol>
                <a:gridCol w="2171700">
                  <a:extLst>
                    <a:ext uri="{9D8B030D-6E8A-4147-A177-3AD203B41FA5}">
                      <a16:colId xmlns:a16="http://schemas.microsoft.com/office/drawing/2014/main" val="265193811"/>
                    </a:ext>
                  </a:extLst>
                </a:gridCol>
                <a:gridCol w="2177564">
                  <a:extLst>
                    <a:ext uri="{9D8B030D-6E8A-4147-A177-3AD203B41FA5}">
                      <a16:colId xmlns:a16="http://schemas.microsoft.com/office/drawing/2014/main" val="3028190732"/>
                    </a:ext>
                  </a:extLst>
                </a:gridCol>
              </a:tblGrid>
              <a:tr h="363345">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 Segment</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HCPs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400" b="1" i="0" u="none" strike="noStrike">
                          <a:solidFill>
                            <a:schemeClr val="bg1"/>
                          </a:solidFill>
                          <a:effectLst/>
                          <a:latin typeface="+mj-lt"/>
                          <a:cs typeface="Arial"/>
                        </a:rPr>
                        <a:t>Suggested % of Rep Calls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Estimated Quarterly Calls</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tc>
                  <a:txBody>
                    <a:bodyPr/>
                    <a:lstStyle/>
                    <a:p>
                      <a:pPr algn="ctr" fontAlgn="b"/>
                      <a:r>
                        <a:rPr lang="en-US" sz="1400" b="1" i="0" u="none" strike="noStrike">
                          <a:solidFill>
                            <a:schemeClr val="bg1"/>
                          </a:solidFill>
                          <a:effectLst/>
                          <a:latin typeface="+mj-lt"/>
                          <a:cs typeface="Arial"/>
                        </a:rPr>
                        <a:t>Estimated Rep Allocation</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392447">
                <a:tc>
                  <a:txBody>
                    <a:bodyPr/>
                    <a:lstStyle/>
                    <a:p>
                      <a:pPr algn="ctr" fontAlgn="b">
                        <a:buNone/>
                      </a:pPr>
                      <a:r>
                        <a:rPr lang="en-GB" sz="1400">
                          <a:solidFill>
                            <a:srgbClr val="000000"/>
                          </a:solidFill>
                        </a:rPr>
                        <a:t>New starters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639940"/>
                  </a:ext>
                </a:extLst>
              </a:tr>
              <a:tr h="401435">
                <a:tc>
                  <a:txBody>
                    <a:bodyPr/>
                    <a:lstStyle/>
                    <a:p>
                      <a:pPr algn="ctr" fontAlgn="b">
                        <a:buNone/>
                      </a:pPr>
                      <a:r>
                        <a:rPr lang="en-GB" sz="1400">
                          <a:solidFill>
                            <a:srgbClr val="000000"/>
                          </a:solidFill>
                        </a:rPr>
                        <a:t>Growers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462671"/>
                  </a:ext>
                </a:extLst>
              </a:tr>
              <a:tr h="401435">
                <a:tc>
                  <a:txBody>
                    <a:bodyPr/>
                    <a:lstStyle/>
                    <a:p>
                      <a:pPr algn="ctr" fontAlgn="b">
                        <a:buNone/>
                      </a:pPr>
                      <a:r>
                        <a:rPr lang="en-GB" sz="1400">
                          <a:solidFill>
                            <a:srgbClr val="000000"/>
                          </a:solidFill>
                        </a:rPr>
                        <a:t>Non-responders</a:t>
                      </a: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D9E8FF"/>
                    </a:solid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IN" sz="1400" b="0"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424318"/>
                  </a:ext>
                </a:extLst>
              </a:tr>
              <a:tr h="401435">
                <a:tc>
                  <a:txBody>
                    <a:bodyPr/>
                    <a:lstStyle/>
                    <a:p>
                      <a:pPr algn="ctr" fontAlgn="b">
                        <a:buNone/>
                      </a:pPr>
                      <a:r>
                        <a:rPr lang="en-US" sz="1400" b="1" i="0" u="none" strike="noStrike">
                          <a:solidFill>
                            <a:srgbClr val="000000"/>
                          </a:solidFill>
                          <a:effectLst/>
                          <a:latin typeface="+mj-lt"/>
                        </a:rPr>
                        <a:t>Total</a:t>
                      </a:r>
                      <a:endParaRPr lang="en-IN" sz="1400" b="1"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endParaRPr lang="en-IN" sz="1400" b="1" i="0" u="none" strike="noStrike">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endParaRPr lang="en-IN" sz="1400" b="1" i="0" u="none" strike="noStrike" dirty="0">
                        <a:solidFill>
                          <a:srgbClr val="000000"/>
                        </a:solidFill>
                        <a:effectLst/>
                        <a:latin typeface="+mj-lt"/>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65896535"/>
                  </a:ext>
                </a:extLst>
              </a:tr>
            </a:tbl>
          </a:graphicData>
        </a:graphic>
      </p:graphicFrame>
      <p:graphicFrame>
        <p:nvGraphicFramePr>
          <p:cNvPr id="5" name="Table 4">
            <a:extLst>
              <a:ext uri="{FF2B5EF4-FFF2-40B4-BE49-F238E27FC236}">
                <a16:creationId xmlns:a16="http://schemas.microsoft.com/office/drawing/2014/main" id="{5366018E-2918-609D-0171-13C3B6E99F92}"/>
              </a:ext>
            </a:extLst>
          </p:cNvPr>
          <p:cNvGraphicFramePr>
            <a:graphicFrameLocks noGrp="1"/>
          </p:cNvGraphicFramePr>
          <p:nvPr>
            <p:extLst>
              <p:ext uri="{D42A27DB-BD31-4B8C-83A1-F6EECF244321}">
                <p14:modId xmlns:p14="http://schemas.microsoft.com/office/powerpoint/2010/main" val="3285532605"/>
              </p:ext>
            </p:extLst>
          </p:nvPr>
        </p:nvGraphicFramePr>
        <p:xfrm>
          <a:off x="139943" y="4488833"/>
          <a:ext cx="2250832" cy="1960097"/>
        </p:xfrm>
        <a:graphic>
          <a:graphicData uri="http://schemas.openxmlformats.org/drawingml/2006/table">
            <a:tbl>
              <a:tblPr firstRow="1" bandRow="1"/>
              <a:tblGrid>
                <a:gridCol w="2250832">
                  <a:extLst>
                    <a:ext uri="{9D8B030D-6E8A-4147-A177-3AD203B41FA5}">
                      <a16:colId xmlns:a16="http://schemas.microsoft.com/office/drawing/2014/main" val="2912075475"/>
                    </a:ext>
                  </a:extLst>
                </a:gridCol>
              </a:tblGrid>
              <a:tr h="827091">
                <a:tc>
                  <a:txBody>
                    <a:bodyPr/>
                    <a:lstStyle>
                      <a:lvl1pPr marL="0" algn="l" defTabSz="457200" rtl="0" eaLnBrk="1" latinLnBrk="0" hangingPunct="1">
                        <a:defRPr sz="1800" b="1" kern="1200">
                          <a:solidFill>
                            <a:schemeClr val="lt1"/>
                          </a:solidFill>
                          <a:latin typeface="Arial"/>
                        </a:defRPr>
                      </a:lvl1pPr>
                      <a:lvl2pPr marL="457200" algn="l" defTabSz="457200" rtl="0" eaLnBrk="1" latinLnBrk="0" hangingPunct="1">
                        <a:defRPr sz="1800" b="1" kern="1200">
                          <a:solidFill>
                            <a:schemeClr val="lt1"/>
                          </a:solidFill>
                          <a:latin typeface="Arial"/>
                        </a:defRPr>
                      </a:lvl2pPr>
                      <a:lvl3pPr marL="914400" algn="l" defTabSz="457200" rtl="0" eaLnBrk="1" latinLnBrk="0" hangingPunct="1">
                        <a:defRPr sz="1800" b="1" kern="1200">
                          <a:solidFill>
                            <a:schemeClr val="lt1"/>
                          </a:solidFill>
                          <a:latin typeface="Arial"/>
                        </a:defRPr>
                      </a:lvl3pPr>
                      <a:lvl4pPr marL="1371600" algn="l" defTabSz="457200" rtl="0" eaLnBrk="1" latinLnBrk="0" hangingPunct="1">
                        <a:defRPr sz="1800" b="1" kern="1200">
                          <a:solidFill>
                            <a:schemeClr val="lt1"/>
                          </a:solidFill>
                          <a:latin typeface="Arial"/>
                        </a:defRPr>
                      </a:lvl4pPr>
                      <a:lvl5pPr marL="1828800" algn="l" defTabSz="457200" rtl="0" eaLnBrk="1" latinLnBrk="0" hangingPunct="1">
                        <a:defRPr sz="1800" b="1" kern="1200">
                          <a:solidFill>
                            <a:schemeClr val="lt1"/>
                          </a:solidFill>
                          <a:latin typeface="Arial"/>
                        </a:defRPr>
                      </a:lvl5pPr>
                      <a:lvl6pPr marL="2286000" algn="l" defTabSz="457200" rtl="0" eaLnBrk="1" latinLnBrk="0" hangingPunct="1">
                        <a:defRPr sz="1800" b="1" kern="1200">
                          <a:solidFill>
                            <a:schemeClr val="lt1"/>
                          </a:solidFill>
                          <a:latin typeface="Arial"/>
                        </a:defRPr>
                      </a:lvl6pPr>
                      <a:lvl7pPr marL="2743200" algn="l" defTabSz="457200" rtl="0" eaLnBrk="1" latinLnBrk="0" hangingPunct="1">
                        <a:defRPr sz="1800" b="1" kern="1200">
                          <a:solidFill>
                            <a:schemeClr val="lt1"/>
                          </a:solidFill>
                          <a:latin typeface="Arial"/>
                        </a:defRPr>
                      </a:lvl7pPr>
                      <a:lvl8pPr marL="3200400" algn="l" defTabSz="457200" rtl="0" eaLnBrk="1" latinLnBrk="0" hangingPunct="1">
                        <a:defRPr sz="1800" b="1" kern="1200">
                          <a:solidFill>
                            <a:schemeClr val="lt1"/>
                          </a:solidFill>
                          <a:latin typeface="Arial"/>
                        </a:defRPr>
                      </a:lvl8pPr>
                      <a:lvl9pPr marL="3657600" algn="l" defTabSz="457200" rtl="0" eaLnBrk="1" latinLnBrk="0" hangingPunct="1">
                        <a:defRPr sz="1800" b="1" kern="1200">
                          <a:solidFill>
                            <a:schemeClr val="lt1"/>
                          </a:solidFill>
                          <a:latin typeface="Arial"/>
                        </a:defRPr>
                      </a:lvl9pPr>
                    </a:lstStyle>
                    <a:p>
                      <a:pPr algn="ctr" fontAlgn="b"/>
                      <a:r>
                        <a:rPr lang="en-US" sz="1600" b="1" i="0" u="none" strike="noStrike" dirty="0">
                          <a:solidFill>
                            <a:schemeClr val="bg1"/>
                          </a:solidFill>
                          <a:effectLst/>
                          <a:latin typeface="+mj-lt"/>
                          <a:cs typeface="Arial"/>
                        </a:rPr>
                        <a:t>Total rep call capacity per quarter</a:t>
                      </a: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1E96"/>
                    </a:solidFill>
                  </a:tcPr>
                </a:tc>
                <a:extLst>
                  <a:ext uri="{0D108BD9-81ED-4DB2-BD59-A6C34878D82A}">
                    <a16:rowId xmlns:a16="http://schemas.microsoft.com/office/drawing/2014/main" val="3584319593"/>
                  </a:ext>
                </a:extLst>
              </a:tr>
              <a:tr h="1133006">
                <a:tc>
                  <a:txBody>
                    <a:bodyPr/>
                    <a:lstStyle/>
                    <a:p>
                      <a:pPr algn="ctr" fontAlgn="b"/>
                      <a:endParaRPr lang="en-US" sz="1900" b="0" i="0" u="none" strike="noStrike" dirty="0">
                        <a:solidFill>
                          <a:schemeClr val="tx1"/>
                        </a:solidFill>
                        <a:effectLst/>
                        <a:latin typeface="+mj-lt"/>
                        <a:cs typeface="Arial"/>
                      </a:endParaRPr>
                    </a:p>
                  </a:txBody>
                  <a:tcPr marL="0" marR="0" marT="0" marB="0" anchor="ctr">
                    <a:lnL w="9525" cap="flat" cmpd="sng" algn="ctr">
                      <a:solidFill>
                        <a:sysClr val="window" lastClr="FFFFFF">
                          <a:lumMod val="75000"/>
                        </a:sysClr>
                      </a:solidFill>
                      <a:prstDash val="solid"/>
                      <a:round/>
                      <a:headEnd type="none" w="med" len="med"/>
                      <a:tailEnd type="none" w="med" len="med"/>
                    </a:lnL>
                    <a:lnR w="9525" cap="flat" cmpd="sng" algn="ctr">
                      <a:solidFill>
                        <a:sysClr val="window" lastClr="FFFFFF">
                          <a:lumMod val="75000"/>
                        </a:sysClr>
                      </a:solidFill>
                      <a:prstDash val="solid"/>
                      <a:round/>
                      <a:headEnd type="none" w="med" len="med"/>
                      <a:tailEnd type="none" w="med" len="med"/>
                    </a:lnR>
                    <a:lnT w="9525" cap="flat" cmpd="sng" algn="ctr">
                      <a:solidFill>
                        <a:sysClr val="window" lastClr="FFFFFF">
                          <a:lumMod val="75000"/>
                        </a:sysClr>
                      </a:solidFill>
                      <a:prstDash val="solid"/>
                      <a:round/>
                      <a:headEnd type="none" w="med" len="med"/>
                      <a:tailEnd type="none" w="med" len="med"/>
                    </a:lnT>
                    <a:lnB w="9525"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3510297"/>
                  </a:ext>
                </a:extLst>
              </a:tr>
            </a:tbl>
          </a:graphicData>
        </a:graphic>
      </p:graphicFrame>
    </p:spTree>
    <p:extLst>
      <p:ext uri="{BB962C8B-B14F-4D97-AF65-F5344CB8AC3E}">
        <p14:creationId xmlns:p14="http://schemas.microsoft.com/office/powerpoint/2010/main" val="3822838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7210-CCC6-4A00-B845-0A0691182F2D}"/>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95EFA215-D1D2-6787-430B-D0253913941A}"/>
              </a:ext>
            </a:extLst>
          </p:cNvPr>
          <p:cNvSpPr>
            <a:spLocks noGrp="1"/>
          </p:cNvSpPr>
          <p:nvPr>
            <p:ph idx="1"/>
          </p:nvPr>
        </p:nvSpPr>
        <p:spPr/>
        <p:txBody>
          <a:bodyPr/>
          <a:lstStyle/>
          <a:p>
            <a:pPr marL="0" indent="0">
              <a:buNone/>
            </a:pPr>
            <a:r>
              <a:rPr lang="en-US" dirty="0">
                <a:solidFill>
                  <a:srgbClr val="1C2940"/>
                </a:solidFill>
              </a:rPr>
              <a:t>Based on your analysis, prepare a summary about the findings and strategic recommendations to the leadership</a:t>
            </a:r>
            <a:endParaRPr lang="en-US" dirty="0"/>
          </a:p>
        </p:txBody>
      </p:sp>
      <p:sp>
        <p:nvSpPr>
          <p:cNvPr id="4" name="Slide Number Placeholder 3">
            <a:extLst>
              <a:ext uri="{FF2B5EF4-FFF2-40B4-BE49-F238E27FC236}">
                <a16:creationId xmlns:a16="http://schemas.microsoft.com/office/drawing/2014/main" id="{8E3B78E7-E2CE-F014-8393-38C73AB4FAB6}"/>
              </a:ext>
            </a:extLst>
          </p:cNvPr>
          <p:cNvSpPr>
            <a:spLocks noGrp="1"/>
          </p:cNvSpPr>
          <p:nvPr>
            <p:ph type="sldNum" sz="quarter" idx="4"/>
          </p:nvPr>
        </p:nvSpPr>
        <p:spPr/>
        <p:txBody>
          <a:bodyPr/>
          <a:lstStyle/>
          <a:p>
            <a:fld id="{611B2C2B-439E-457D-A75F-A794D509B660}" type="slidenum">
              <a:rPr lang="en-IN" smtClean="0"/>
              <a:pPr/>
              <a:t>12</a:t>
            </a:fld>
            <a:endParaRPr lang="en-IN"/>
          </a:p>
        </p:txBody>
      </p:sp>
      <p:sp>
        <p:nvSpPr>
          <p:cNvPr id="5" name="Footer Placeholder 4">
            <a:extLst>
              <a:ext uri="{FF2B5EF4-FFF2-40B4-BE49-F238E27FC236}">
                <a16:creationId xmlns:a16="http://schemas.microsoft.com/office/drawing/2014/main" id="{03D04746-2269-EE6C-877A-650F0641421A}"/>
              </a:ext>
            </a:extLst>
          </p:cNvPr>
          <p:cNvSpPr>
            <a:spLocks noGrp="1"/>
          </p:cNvSpPr>
          <p:nvPr>
            <p:ph type="ftr" sz="quarter" idx="3"/>
          </p:nvPr>
        </p:nvSpPr>
        <p:spPr/>
        <p:txBody>
          <a:bodyPr/>
          <a:lstStyle/>
          <a:p>
            <a:r>
              <a:rPr lang="en-US"/>
              <a:t>© 2026 ProcDNA</a:t>
            </a:r>
          </a:p>
        </p:txBody>
      </p:sp>
      <p:sp>
        <p:nvSpPr>
          <p:cNvPr id="6" name="Text Placeholder 5">
            <a:extLst>
              <a:ext uri="{FF2B5EF4-FFF2-40B4-BE49-F238E27FC236}">
                <a16:creationId xmlns:a16="http://schemas.microsoft.com/office/drawing/2014/main" id="{A794F055-F520-5BF6-E17C-E8A6E35E1245}"/>
              </a:ext>
            </a:extLst>
          </p:cNvPr>
          <p:cNvSpPr>
            <a:spLocks noGrp="1"/>
          </p:cNvSpPr>
          <p:nvPr>
            <p:ph type="body" sz="quarter" idx="10"/>
          </p:nvPr>
        </p:nvSpPr>
        <p:spPr/>
        <p:txBody>
          <a:bodyPr/>
          <a:lstStyle/>
          <a:p>
            <a:endParaRPr lang="en-US"/>
          </a:p>
        </p:txBody>
      </p:sp>
      <p:sp>
        <p:nvSpPr>
          <p:cNvPr id="7" name="Text Placeholder 6">
            <a:extLst>
              <a:ext uri="{FF2B5EF4-FFF2-40B4-BE49-F238E27FC236}">
                <a16:creationId xmlns:a16="http://schemas.microsoft.com/office/drawing/2014/main" id="{B44195DD-8540-BCA3-B57C-D48F8C46949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40364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C71AA5-89BE-4A69-B39D-F062E913F38C}"/>
              </a:ext>
            </a:extLst>
          </p:cNvPr>
          <p:cNvSpPr>
            <a:spLocks noGrp="1"/>
          </p:cNvSpPr>
          <p:nvPr>
            <p:ph type="title"/>
          </p:nvPr>
        </p:nvSpPr>
        <p:spPr/>
        <p:txBody>
          <a:bodyPr/>
          <a:lstStyle/>
          <a:p>
            <a:r>
              <a:rPr lang="en-US"/>
              <a:t>Thank You!</a:t>
            </a:r>
            <a:endParaRPr lang="en-IN"/>
          </a:p>
        </p:txBody>
      </p:sp>
    </p:spTree>
    <p:extLst>
      <p:ext uri="{BB962C8B-B14F-4D97-AF65-F5344CB8AC3E}">
        <p14:creationId xmlns:p14="http://schemas.microsoft.com/office/powerpoint/2010/main" val="30549873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Public Information"/>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Public Information"/>
</p:tagLst>
</file>

<file path=ppt/theme/theme1.xml><?xml version="1.0" encoding="utf-8"?>
<a:theme xmlns:a="http://schemas.openxmlformats.org/drawingml/2006/main" name="2_Office Theme">
  <a:themeElements>
    <a:clrScheme name="ProcDNA - Updated">
      <a:dk1>
        <a:sysClr val="windowText" lastClr="000000"/>
      </a:dk1>
      <a:lt1>
        <a:sysClr val="window" lastClr="FFFFFF"/>
      </a:lt1>
      <a:dk2>
        <a:srgbClr val="005CD9"/>
      </a:dk2>
      <a:lt2>
        <a:srgbClr val="001E96"/>
      </a:lt2>
      <a:accent1>
        <a:srgbClr val="008CE3"/>
      </a:accent1>
      <a:accent2>
        <a:srgbClr val="2C8C8C"/>
      </a:accent2>
      <a:accent3>
        <a:srgbClr val="D6454A"/>
      </a:accent3>
      <a:accent4>
        <a:srgbClr val="57C785"/>
      </a:accent4>
      <a:accent5>
        <a:srgbClr val="36A463"/>
      </a:accent5>
      <a:accent6>
        <a:srgbClr val="FF8D1A"/>
      </a:accent6>
      <a:hlink>
        <a:srgbClr val="008CE3"/>
      </a:hlink>
      <a:folHlink>
        <a:srgbClr val="008CE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0" tIns="0" rIns="0" bIns="0" rtlCol="0">
        <a:noAutofit/>
      </a:bodyPr>
      <a:lstStyle>
        <a:def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sz="1600" kern="1200" dirty="0" err="1" smtClean="0">
            <a:solidFill>
              <a:schemeClr val="tx1"/>
            </a:solidFill>
            <a:latin typeface="+mj-lt"/>
            <a:ea typeface="+mn-ea"/>
            <a:cs typeface="Arial" panose="020B0604020202020204" pitchFamily="34" charset="0"/>
          </a:defRPr>
        </a:defPPr>
      </a:lstStyle>
    </a:txDef>
  </a:objectDefaults>
  <a:extraClrSchemeLst/>
  <a:extLst>
    <a:ext uri="{05A4C25C-085E-4340-85A3-A5531E510DB2}">
      <thm15:themeFamily xmlns:thm15="http://schemas.microsoft.com/office/thememl/2012/main" name="Presentation3" id="{6F21C1B7-70CC-4F26-9110-AEDFBD6C04DB}" vid="{884FC51C-278A-426F-A35A-133B0D6E21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ACDDD4-C2C9-4F5F-96EE-A83F64CD69F4}">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i="http://www.w3.org/2001/XMLSchema-instance" xmlns:xsd="http://www.w3.org/2001/XMLSchema" xmlns="http://www.boldonjames.com/2008/01/sie/internal/label" sislVersion="0" policy="82ad3a63-90ad-4a46-a3cb-757f4658e205" origin="userSelected">
  <element uid="8490d18d-1e1f-4ae2-adbe-3f6683173bee" value=""/>
  <element uid="7bb1a8e3-a989-435c-a38d-552e98c69b15" value=""/>
  <element uid="ed7b54fd-91d7-427f-98f6-664e9e8c628a" value=""/>
</sisl>
</file>

<file path=customXml/item2.xml><?xml version="1.0" encoding="utf-8"?>
<ct:contentTypeSchema xmlns:ct="http://schemas.microsoft.com/office/2006/metadata/contentType" xmlns:ma="http://schemas.microsoft.com/office/2006/metadata/properties/metaAttributes" ct:_="" ma:_="" ma:contentTypeName="Document" ma:contentTypeID="0x01010051029DEA5EE79041BF4FBDD3A59B0AFC" ma:contentTypeVersion="14" ma:contentTypeDescription="Create a new document." ma:contentTypeScope="" ma:versionID="5e70803a0b881fc295c871c367b1dd65">
  <xsd:schema xmlns:xsd="http://www.w3.org/2001/XMLSchema" xmlns:xs="http://www.w3.org/2001/XMLSchema" xmlns:p="http://schemas.microsoft.com/office/2006/metadata/properties" xmlns:ns2="82c4d7b9-5e76-4b7a-8188-68317d5b6893" xmlns:ns3="1d4f5345-ef15-4912-bca3-0032fb45dec5" targetNamespace="http://schemas.microsoft.com/office/2006/metadata/properties" ma:root="true" ma:fieldsID="55d78234fff1c9a4700dd800c950115b" ns2:_="" ns3:_="">
    <xsd:import namespace="82c4d7b9-5e76-4b7a-8188-68317d5b6893"/>
    <xsd:import namespace="1d4f5345-ef15-4912-bca3-0032fb45dec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c4d7b9-5e76-4b7a-8188-68317d5b68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89b0c0-4dea-49c6-8d57-4e6bc3aaa8c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d4f5345-ef15-4912-bca3-0032fb45dec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0f7a03f-da28-4b6c-8ad5-fbc3c6cab682}" ma:internalName="TaxCatchAll" ma:showField="CatchAllData" ma:web="1d4f5345-ef15-4912-bca3-0032fb45dec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2c4d7b9-5e76-4b7a-8188-68317d5b6893">
      <Terms xmlns="http://schemas.microsoft.com/office/infopath/2007/PartnerControls"/>
    </lcf76f155ced4ddcb4097134ff3c332f>
    <TaxCatchAll xmlns="1d4f5345-ef15-4912-bca3-0032fb45dec5"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DB340D-3D1A-4353-8C9E-CD506090C9E0}">
  <ds:schemaRefs>
    <ds:schemaRef ds:uri="http://www.boldonjames.com/2008/01/sie/internal/label"/>
    <ds:schemaRef ds:uri="http://www.w3.org/2001/XMLSchema"/>
  </ds:schemaRefs>
</ds:datastoreItem>
</file>

<file path=customXml/itemProps2.xml><?xml version="1.0" encoding="utf-8"?>
<ds:datastoreItem xmlns:ds="http://schemas.openxmlformats.org/officeDocument/2006/customXml" ds:itemID="{A6017B5E-5D0D-4738-8618-01E3C17568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c4d7b9-5e76-4b7a-8188-68317d5b6893"/>
    <ds:schemaRef ds:uri="1d4f5345-ef15-4912-bca3-0032fb45de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434DBB5-9D9E-4567-99B1-CB165F2F1532}">
  <ds:schemaRefs>
    <ds:schemaRef ds:uri="http://purl.org/dc/terms/"/>
    <ds:schemaRef ds:uri="http://schemas.microsoft.com/office/2006/metadata/properties"/>
    <ds:schemaRef ds:uri="http://schemas.microsoft.com/office/2006/documentManagement/types"/>
    <ds:schemaRef ds:uri="http://purl.org/dc/elements/1.1/"/>
    <ds:schemaRef ds:uri="http://www.w3.org/XML/1998/namespace"/>
    <ds:schemaRef ds:uri="http://schemas.microsoft.com/office/infopath/2007/PartnerControls"/>
    <ds:schemaRef ds:uri="42cd798e-e8d0-4b9e-9ba5-b62e1ed12109"/>
    <ds:schemaRef ds:uri="http://schemas.openxmlformats.org/package/2006/metadata/core-properties"/>
    <ds:schemaRef ds:uri="8b3e3cf9-b9d2-43da-a4e1-423f7c92e99e"/>
    <ds:schemaRef ds:uri="http://purl.org/dc/dcmitype/"/>
    <ds:schemaRef ds:uri="82c4d7b9-5e76-4b7a-8188-68317d5b6893"/>
    <ds:schemaRef ds:uri="1d4f5345-ef15-4912-bca3-0032fb45dec5"/>
  </ds:schemaRefs>
</ds:datastoreItem>
</file>

<file path=customXml/itemProps4.xml><?xml version="1.0" encoding="utf-8"?>
<ds:datastoreItem xmlns:ds="http://schemas.openxmlformats.org/officeDocument/2006/customXml" ds:itemID="{9BE63996-063B-4A77-98A1-EA997F4B6EF9}">
  <ds:schemaRefs>
    <ds:schemaRef ds:uri="http://schemas.microsoft.com/sharepoint/v3/contenttype/forms"/>
  </ds:schemaRefs>
</ds:datastoreItem>
</file>

<file path=docMetadata/LabelInfo.xml><?xml version="1.0" encoding="utf-8"?>
<clbl:labelList xmlns:clbl="http://schemas.microsoft.com/office/2020/mipLabelMetadata">
  <clbl:label id="{40fc6179-cf92-4f92-9433-e720ff626f56}" enabled="0" method="" siteId="{40fc6179-cf92-4f92-9433-e720ff626f56}" removed="1"/>
</clbl:labelList>
</file>

<file path=docProps/app.xml><?xml version="1.0" encoding="utf-8"?>
<Properties xmlns="http://schemas.openxmlformats.org/officeDocument/2006/extended-properties" xmlns:vt="http://schemas.openxmlformats.org/officeDocument/2006/docPropsVTypes">
  <Template>ProcDNA PowerPoint Template (3)</Template>
  <TotalTime>233</TotalTime>
  <Words>1572</Words>
  <Application>Microsoft Office PowerPoint</Application>
  <PresentationFormat>Widescreen</PresentationFormat>
  <Paragraphs>277</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Montserrat</vt:lpstr>
      <vt:lpstr>Arial</vt:lpstr>
      <vt:lpstr>Calibri</vt:lpstr>
      <vt:lpstr>Wingdings</vt:lpstr>
      <vt:lpstr>2_Office Theme</vt:lpstr>
      <vt:lpstr>ProcDNA Case Study:  Nexavir | PrimeRx Flow</vt:lpstr>
      <vt:lpstr>PrimeRx Flow – Business &amp; Case Study Overview</vt:lpstr>
      <vt:lpstr>PrimeRx Flow – Datasets Overview</vt:lpstr>
      <vt:lpstr>Question 1: Who are the most active doctors and are they helping our product?</vt:lpstr>
      <vt:lpstr>Question 2: Which doctors see the need but don't act on it?</vt:lpstr>
      <vt:lpstr>Question 3: Among our top doctors, how much business is going to competitors?</vt:lpstr>
      <vt:lpstr>Question 4: Which hospitals are sitting on the biggest untapped opportunity?</vt:lpstr>
      <vt:lpstr>Question 5: Which accounts represent the largest untapped prescription opportunity?</vt:lpstr>
      <vt:lpstr>PowerPoint Presentation</vt:lpstr>
      <vt:lpstr>Question 6: Did alerts actually change doctor behavior - before vs. after?</vt:lpstr>
      <vt:lpstr>PowerPoint Presentation</vt:lpstr>
      <vt:lpstr>Executive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Kushagr Bansal</dc:creator>
  <cp:keywords>PowerPoint Template</cp:keywords>
  <cp:lastModifiedBy>Ashutosh Singh</cp:lastModifiedBy>
  <cp:revision>3</cp:revision>
  <dcterms:created xsi:type="dcterms:W3CDTF">2026-05-28T05:56:03Z</dcterms:created>
  <dcterms:modified xsi:type="dcterms:W3CDTF">2026-06-19T13:04:21Z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0x01010051029DEA5EE79041BF4FBDD3A59B0AFC</vt:lpwstr>
  </property>
  <property fmtid="{D5CDD505-2E9C-101B-9397-08002B2CF9AE}" pid="3" name="MediaServiceImageTags">
    <vt:lpwstr/>
  </property>
</Properties>
</file>